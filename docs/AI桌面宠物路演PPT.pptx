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SZWMI6BA7RRQ06HGQARNRL0C7ZQ0OAYRES0XTJDUXFG8TQWTZIBJICJAFY5HPC6RXOMXSOLYZH078HJJENFTPF8Q89EMWH5B8OOOQHB389890F901C29D1CC09ECEA3F4B0F0846" Type="http://schemas.microsoft.com/office/2006/relationships/officeDocumentMain" Target="docProps/core.xml"/><Relationship Id="rId1" Type="http://schemas.openxmlformats.org/officeDocument/2006/relationships/officeDocument" Target="ppt/presentation.xml"/><Relationship Id="CAWM86GE7RYQ0TTGQPRNYL0S7ZQ0OXGRQE0XTJDUXFMRTE5T68BJDC0CFSTTP8IRBOM65OLSZHJD8LNJENFT0FF78RFMWOLB8SOOKHB3AD332204726CED903E6B51A10625A92D" Type="http://schemas.microsoft.com/office/2006/relationships/officeDocumentExtended" Target="docProps/app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8"/>
  </p:notesMasterIdLst>
  <p:handoutMasterIdLst>
    <p:handoutMasterId r:id="rId19"/>
  </p:handoutMasterIdLst>
  <p:sldIdLst>
    <p:sldId id="422" r:id="rId2"/>
    <p:sldId id="465" r:id="rId3"/>
    <p:sldId id="477" r:id="rId4"/>
    <p:sldId id="470" r:id="rId5"/>
    <p:sldId id="483" r:id="rId6"/>
    <p:sldId id="489" r:id="rId7"/>
    <p:sldId id="467" r:id="rId8"/>
    <p:sldId id="491" r:id="rId9"/>
    <p:sldId id="502" r:id="rId10"/>
    <p:sldId id="469" r:id="rId11"/>
    <p:sldId id="490" r:id="rId12"/>
    <p:sldId id="503" r:id="rId13"/>
    <p:sldId id="471" r:id="rId14"/>
    <p:sldId id="497" r:id="rId15"/>
    <p:sldId id="495" r:id="rId16"/>
    <p:sldId id="4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页" id="{7BEBF27C-FC23-4E19-84FD-E59CA8747452}">
          <p14:sldIdLst>
            <p14:sldId id="422"/>
          </p14:sldIdLst>
        </p14:section>
        <p14:section name="封面页" id="{06F6AF50-EEBD-4D4F-AD35-00301191FD4B}">
          <p14:sldIdLst>
            <p14:sldId id="465"/>
          </p14:sldIdLst>
        </p14:section>
        <p14:section name="目录页" id="{9F06237F-757A-4427-AB5B-4BD1C0221DD6}">
          <p14:sldIdLst>
            <p14:sldId id="477"/>
          </p14:sldIdLst>
        </p14:section>
        <p14:section name="章节页" id="{D0450A37-FA32-4632-9FFB-33796925CB5D}">
          <p14:sldIdLst>
            <p14:sldId id="470"/>
            <p14:sldId id="483"/>
            <p14:sldId id="489"/>
            <p14:sldId id="467"/>
            <p14:sldId id="491"/>
            <p14:sldId id="502"/>
            <p14:sldId id="469"/>
            <p14:sldId id="490"/>
            <p14:sldId id="503"/>
            <p14:sldId id="471"/>
            <p14:sldId id="497"/>
            <p14:sldId id="495"/>
            <p14:sldId id="4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48" userDrawn="1">
          <p15:clr>
            <a:srgbClr val="A4A3A4"/>
          </p15:clr>
        </p15:guide>
        <p15:guide id="3" pos="225" userDrawn="1">
          <p15:clr>
            <a:srgbClr val="A4A3A4"/>
          </p15:clr>
        </p15:guide>
        <p15:guide id="4" pos="7455" userDrawn="1">
          <p15:clr>
            <a:srgbClr val="A4A3A4"/>
          </p15:clr>
        </p15:guide>
        <p15:guide id="5" orient="horz" pos="3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274A80"/>
    <a:srgbClr val="56729C"/>
    <a:srgbClr val="01429E"/>
    <a:srgbClr val="203864"/>
    <a:srgbClr val="08368B"/>
    <a:srgbClr val="B2CBE8"/>
    <a:srgbClr val="AEC8E3"/>
    <a:srgbClr val="B2CB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 autoAdjust="0"/>
    <p:restoredTop sz="92142" autoAdjust="0"/>
  </p:normalViewPr>
  <p:slideViewPr>
    <p:cSldViewPr snapToGrid="0" showGuides="1">
      <p:cViewPr varScale="1">
        <p:scale>
          <a:sx n="112" d="100"/>
          <a:sy n="112" d="100"/>
        </p:scale>
        <p:origin x="62" y="82"/>
      </p:cViewPr>
      <p:guideLst>
        <p:guide orient="horz" pos="4148"/>
        <p:guide pos="225"/>
        <p:guide pos="7455"/>
        <p:guide orient="horz" pos="3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792"/>
    </p:cViewPr>
  </p:sorterViewPr>
  <p:notesViewPr>
    <p:cSldViewPr snapToGrid="0">
      <p:cViewPr varScale="1">
        <p:scale>
          <a:sx n="64" d="100"/>
          <a:sy n="64" d="100"/>
        </p:scale>
        <p:origin x="2338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F77CFC5-184E-F2F6-6935-6B0478BAD3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CAA535-84EA-FBB5-0DD1-9F74F2DBD3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C85B4-8F08-4F7C-9CC1-07A6092C3740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F051E5-A323-A077-1EE1-8C173FBC64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DCE45E-1632-C26A-D070-01B438E459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88AE9-2C1D-40FA-9CE3-883559C02E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54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CEA61-E1EA-4A29-ABAD-399E6DCA49BD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1C362-DF65-4FA5-8305-783430E2F4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35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1pPr>
    <a:lvl2pPr marL="318317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2pPr>
    <a:lvl3pPr marL="636633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3pPr>
    <a:lvl4pPr marL="954950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4pPr>
    <a:lvl5pPr marL="1273266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5pPr>
    <a:lvl6pPr marL="1591582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6pPr>
    <a:lvl7pPr marL="1909899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7pPr>
    <a:lvl8pPr marL="2228215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8pPr>
    <a:lvl9pPr marL="2546532" algn="l" defTabSz="636633" rtl="0" eaLnBrk="1" latinLnBrk="0" hangingPunct="1">
      <a:defRPr sz="8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1C362-DF65-4FA5-8305-783430E2F4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109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标题-空白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506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21364BE-C955-39E9-0232-8E6DC29B8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F0082-1C2F-67D1-5E9D-3EE0825619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027701">
            <a:off x="5333900" y="2368024"/>
            <a:ext cx="9022053" cy="261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6DF416A-8136-D741-DF1F-CE6C61455D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D7D3BBF-31C2-1563-3203-A0F4E5F92B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861517">
            <a:off x="5707251" y="2659740"/>
            <a:ext cx="6658367" cy="153852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AD605805-DA66-B76E-B29B-2AD02818D7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8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A685C14-5436-FF79-0250-16A1BCED93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37BDB0-1B6E-6497-BFDE-C5C43320B6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567671">
            <a:off x="6153566" y="1486997"/>
            <a:ext cx="6658367" cy="15385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B2352B6-4976-D5A8-15C3-076307B25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3D8C8D3-3C0F-51C5-D89E-A204EB23C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F7EFEF-43CC-AA28-E619-18694B92D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93765">
            <a:off x="6741392" y="2205455"/>
            <a:ext cx="6658367" cy="15385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8EAC45D-6252-F1A0-D54E-9D48EBEBD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7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7BB2316-E628-DC76-722F-D6021D261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FFD8867-4AAF-7827-14DD-61ACC35834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93765">
            <a:off x="6473536" y="2057676"/>
            <a:ext cx="6658367" cy="15385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929E8A3-3883-60CA-BF40-4866AD892E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59248" y="296163"/>
            <a:ext cx="965071" cy="34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7BB2316-E628-DC76-722F-D6021D2615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B489B83-9483-5D8A-7282-C284D489E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668275" flipV="1">
            <a:off x="5574033" y="1791522"/>
            <a:ext cx="6658367" cy="153852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C6106E8-744A-95B5-97F3-75DC96605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7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背景色1项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46">
            <a:extLst>
              <a:ext uri="{FF2B5EF4-FFF2-40B4-BE49-F238E27FC236}">
                <a16:creationId xmlns:a16="http://schemas.microsoft.com/office/drawing/2014/main" id="{338FAD3C-3F8D-C766-A9A5-20CFF0EA43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8" y="2094585"/>
            <a:ext cx="10805571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5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127A1E-3B5E-862B-5DDB-CC08000840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8" y="1501397"/>
            <a:ext cx="10805571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80FE66-9A1B-1AB5-15E7-5B30E66D8A0E}"/>
              </a:ext>
            </a:extLst>
          </p:cNvPr>
          <p:cNvGrpSpPr/>
          <p:nvPr userDrawn="1"/>
        </p:nvGrpSpPr>
        <p:grpSpPr>
          <a:xfrm>
            <a:off x="413330" y="569453"/>
            <a:ext cx="270000" cy="270000"/>
            <a:chOff x="369786" y="551211"/>
            <a:chExt cx="353019" cy="35320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6164F938-23B3-0C04-2497-6A7A95E1F593}"/>
                </a:ext>
              </a:extLst>
            </p:cNvPr>
            <p:cNvSpPr/>
            <p:nvPr userDrawn="1"/>
          </p:nvSpPr>
          <p:spPr>
            <a:xfrm rot="20081727">
              <a:off x="369786" y="551211"/>
              <a:ext cx="353019" cy="353204"/>
            </a:xfrm>
            <a:custGeom>
              <a:avLst/>
              <a:gdLst>
                <a:gd name="connsiteX0" fmla="*/ 262688 w 428246"/>
                <a:gd name="connsiteY0" fmla="*/ 408282 h 428470"/>
                <a:gd name="connsiteX1" fmla="*/ 262688 w 428246"/>
                <a:gd name="connsiteY1" fmla="*/ 408282 h 428470"/>
                <a:gd name="connsiteX2" fmla="*/ 262688 w 428246"/>
                <a:gd name="connsiteY2" fmla="*/ 408282 h 428470"/>
                <a:gd name="connsiteX3" fmla="*/ 262688 w 428246"/>
                <a:gd name="connsiteY3" fmla="*/ 408282 h 428470"/>
                <a:gd name="connsiteX4" fmla="*/ 262688 w 428246"/>
                <a:gd name="connsiteY4" fmla="*/ 408282 h 428470"/>
                <a:gd name="connsiteX5" fmla="*/ 213869 w 428246"/>
                <a:gd name="connsiteY5" fmla="*/ 43735 h 428470"/>
                <a:gd name="connsiteX6" fmla="*/ 276637 w 428246"/>
                <a:gd name="connsiteY6" fmla="*/ 55795 h 428470"/>
                <a:gd name="connsiteX7" fmla="*/ 371987 w 428246"/>
                <a:gd name="connsiteY7" fmla="*/ 277044 h 428470"/>
                <a:gd name="connsiteX8" fmla="*/ 371914 w 428246"/>
                <a:gd name="connsiteY8" fmla="*/ 277189 h 428470"/>
                <a:gd name="connsiteX9" fmla="*/ 362652 w 428246"/>
                <a:gd name="connsiteY9" fmla="*/ 281039 h 428470"/>
                <a:gd name="connsiteX10" fmla="*/ 358801 w 428246"/>
                <a:gd name="connsiteY10" fmla="*/ 271777 h 428470"/>
                <a:gd name="connsiteX11" fmla="*/ 368790 w 428246"/>
                <a:gd name="connsiteY11" fmla="*/ 232147 h 428470"/>
                <a:gd name="connsiteX12" fmla="*/ 231958 w 428246"/>
                <a:gd name="connsiteY12" fmla="*/ 59245 h 428470"/>
                <a:gd name="connsiteX13" fmla="*/ 59202 w 428246"/>
                <a:gd name="connsiteY13" fmla="*/ 196187 h 428470"/>
                <a:gd name="connsiteX14" fmla="*/ 196034 w 428246"/>
                <a:gd name="connsiteY14" fmla="*/ 369088 h 428470"/>
                <a:gd name="connsiteX15" fmla="*/ 202318 w 428246"/>
                <a:gd name="connsiteY15" fmla="*/ 376135 h 428470"/>
                <a:gd name="connsiteX16" fmla="*/ 195235 w 428246"/>
                <a:gd name="connsiteY16" fmla="*/ 383255 h 428470"/>
                <a:gd name="connsiteX17" fmla="*/ 194399 w 428246"/>
                <a:gd name="connsiteY17" fmla="*/ 383218 h 428470"/>
                <a:gd name="connsiteX18" fmla="*/ 43655 w 428246"/>
                <a:gd name="connsiteY18" fmla="*/ 214022 h 428470"/>
                <a:gd name="connsiteX19" fmla="*/ 213869 w 428246"/>
                <a:gd name="connsiteY19" fmla="*/ 43735 h 428470"/>
                <a:gd name="connsiteX20" fmla="*/ 213869 w 428246"/>
                <a:gd name="connsiteY20" fmla="*/ 43735 h 428470"/>
                <a:gd name="connsiteX21" fmla="*/ 230723 w 428246"/>
                <a:gd name="connsiteY21" fmla="*/ 655 h 428470"/>
                <a:gd name="connsiteX22" fmla="*/ 273367 w 428246"/>
                <a:gd name="connsiteY22" fmla="*/ 8428 h 428470"/>
                <a:gd name="connsiteX23" fmla="*/ 419825 w 428246"/>
                <a:gd name="connsiteY23" fmla="*/ 273556 h 428470"/>
                <a:gd name="connsiteX24" fmla="*/ 419680 w 428246"/>
                <a:gd name="connsiteY24" fmla="*/ 274101 h 428470"/>
                <a:gd name="connsiteX25" fmla="*/ 410708 w 428246"/>
                <a:gd name="connsiteY25" fmla="*/ 278605 h 428470"/>
                <a:gd name="connsiteX26" fmla="*/ 406204 w 428246"/>
                <a:gd name="connsiteY26" fmla="*/ 269633 h 428470"/>
                <a:gd name="connsiteX27" fmla="*/ 408020 w 428246"/>
                <a:gd name="connsiteY27" fmla="*/ 165638 h 428470"/>
                <a:gd name="connsiteX28" fmla="*/ 165522 w 428246"/>
                <a:gd name="connsiteY28" fmla="*/ 20234 h 428470"/>
                <a:gd name="connsiteX29" fmla="*/ 20190 w 428246"/>
                <a:gd name="connsiteY29" fmla="*/ 262877 h 428470"/>
                <a:gd name="connsiteX30" fmla="*/ 222623 w 428246"/>
                <a:gd name="connsiteY30" fmla="*/ 414130 h 428470"/>
                <a:gd name="connsiteX31" fmla="*/ 262688 w 428246"/>
                <a:gd name="connsiteY31" fmla="*/ 408282 h 428470"/>
                <a:gd name="connsiteX32" fmla="*/ 271297 w 428246"/>
                <a:gd name="connsiteY32" fmla="*/ 413440 h 428470"/>
                <a:gd name="connsiteX33" fmla="*/ 266139 w 428246"/>
                <a:gd name="connsiteY33" fmla="*/ 422049 h 428470"/>
                <a:gd name="connsiteX34" fmla="*/ 154879 w 428246"/>
                <a:gd name="connsiteY34" fmla="*/ 420087 h 428470"/>
                <a:gd name="connsiteX35" fmla="*/ 8421 w 428246"/>
                <a:gd name="connsiteY35" fmla="*/ 154995 h 428470"/>
                <a:gd name="connsiteX36" fmla="*/ 230723 w 428246"/>
                <a:gd name="connsiteY36" fmla="*/ 655 h 428470"/>
                <a:gd name="connsiteX37" fmla="*/ 230723 w 428246"/>
                <a:gd name="connsiteY37" fmla="*/ 655 h 428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28246" h="428470">
                  <a:moveTo>
                    <a:pt x="262688" y="408282"/>
                  </a:move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close/>
                  <a:moveTo>
                    <a:pt x="213869" y="43735"/>
                  </a:moveTo>
                  <a:cubicBezTo>
                    <a:pt x="235373" y="43735"/>
                    <a:pt x="256658" y="47840"/>
                    <a:pt x="276637" y="55795"/>
                  </a:cubicBezTo>
                  <a:cubicBezTo>
                    <a:pt x="364032" y="90557"/>
                    <a:pt x="406712" y="189612"/>
                    <a:pt x="371987" y="277044"/>
                  </a:cubicBezTo>
                  <a:cubicBezTo>
                    <a:pt x="371950" y="277080"/>
                    <a:pt x="371950" y="277153"/>
                    <a:pt x="371914" y="277189"/>
                  </a:cubicBezTo>
                  <a:cubicBezTo>
                    <a:pt x="370425" y="280821"/>
                    <a:pt x="366284" y="282528"/>
                    <a:pt x="362652" y="281039"/>
                  </a:cubicBezTo>
                  <a:cubicBezTo>
                    <a:pt x="359019" y="279550"/>
                    <a:pt x="357312" y="275409"/>
                    <a:pt x="358801" y="271777"/>
                  </a:cubicBezTo>
                  <a:cubicBezTo>
                    <a:pt x="363850" y="259063"/>
                    <a:pt x="367228" y="245732"/>
                    <a:pt x="368790" y="232147"/>
                  </a:cubicBezTo>
                  <a:cubicBezTo>
                    <a:pt x="378707" y="146604"/>
                    <a:pt x="317465" y="69198"/>
                    <a:pt x="231958" y="59245"/>
                  </a:cubicBezTo>
                  <a:cubicBezTo>
                    <a:pt x="146488" y="49329"/>
                    <a:pt x="69118" y="110644"/>
                    <a:pt x="59202" y="196187"/>
                  </a:cubicBezTo>
                  <a:cubicBezTo>
                    <a:pt x="49285" y="281729"/>
                    <a:pt x="110527" y="359136"/>
                    <a:pt x="196034" y="369088"/>
                  </a:cubicBezTo>
                  <a:cubicBezTo>
                    <a:pt x="199630" y="369488"/>
                    <a:pt x="202318" y="372539"/>
                    <a:pt x="202318" y="376135"/>
                  </a:cubicBezTo>
                  <a:cubicBezTo>
                    <a:pt x="202318" y="380058"/>
                    <a:pt x="199158" y="383255"/>
                    <a:pt x="195235" y="383255"/>
                  </a:cubicBezTo>
                  <a:cubicBezTo>
                    <a:pt x="194944" y="383255"/>
                    <a:pt x="194690" y="383255"/>
                    <a:pt x="194399" y="383218"/>
                  </a:cubicBezTo>
                  <a:cubicBezTo>
                    <a:pt x="108493" y="373338"/>
                    <a:pt x="43655" y="300545"/>
                    <a:pt x="43655" y="214022"/>
                  </a:cubicBezTo>
                  <a:cubicBezTo>
                    <a:pt x="43691" y="119943"/>
                    <a:pt x="119899" y="43735"/>
                    <a:pt x="213869" y="43735"/>
                  </a:cubicBezTo>
                  <a:lnTo>
                    <a:pt x="213869" y="43735"/>
                  </a:lnTo>
                  <a:close/>
                  <a:moveTo>
                    <a:pt x="230723" y="655"/>
                  </a:moveTo>
                  <a:cubicBezTo>
                    <a:pt x="244889" y="1781"/>
                    <a:pt x="259201" y="4324"/>
                    <a:pt x="273367" y="8428"/>
                  </a:cubicBezTo>
                  <a:cubicBezTo>
                    <a:pt x="386989" y="41156"/>
                    <a:pt x="452553" y="159863"/>
                    <a:pt x="419825" y="273556"/>
                  </a:cubicBezTo>
                  <a:cubicBezTo>
                    <a:pt x="419789" y="273738"/>
                    <a:pt x="419716" y="273920"/>
                    <a:pt x="419680" y="274101"/>
                  </a:cubicBezTo>
                  <a:cubicBezTo>
                    <a:pt x="418445" y="277806"/>
                    <a:pt x="414413" y="279840"/>
                    <a:pt x="410708" y="278605"/>
                  </a:cubicBezTo>
                  <a:cubicBezTo>
                    <a:pt x="407003" y="277370"/>
                    <a:pt x="404969" y="273338"/>
                    <a:pt x="406204" y="269633"/>
                  </a:cubicBezTo>
                  <a:cubicBezTo>
                    <a:pt x="415975" y="235743"/>
                    <a:pt x="416593" y="199855"/>
                    <a:pt x="408020" y="165638"/>
                  </a:cubicBezTo>
                  <a:cubicBezTo>
                    <a:pt x="381177" y="58483"/>
                    <a:pt x="272605" y="-6610"/>
                    <a:pt x="165522" y="20234"/>
                  </a:cubicBezTo>
                  <a:cubicBezTo>
                    <a:pt x="58439" y="47077"/>
                    <a:pt x="-6617" y="155722"/>
                    <a:pt x="20190" y="262877"/>
                  </a:cubicBezTo>
                  <a:cubicBezTo>
                    <a:pt x="43655" y="356629"/>
                    <a:pt x="129743" y="418198"/>
                    <a:pt x="222623" y="414130"/>
                  </a:cubicBezTo>
                  <a:lnTo>
                    <a:pt x="262688" y="408282"/>
                  </a:lnTo>
                  <a:lnTo>
                    <a:pt x="271297" y="413440"/>
                  </a:lnTo>
                  <a:cubicBezTo>
                    <a:pt x="272241" y="417254"/>
                    <a:pt x="269953" y="421104"/>
                    <a:pt x="266139" y="422049"/>
                  </a:cubicBezTo>
                  <a:cubicBezTo>
                    <a:pt x="229524" y="431238"/>
                    <a:pt x="191130" y="430548"/>
                    <a:pt x="154879" y="420087"/>
                  </a:cubicBezTo>
                  <a:cubicBezTo>
                    <a:pt x="41258" y="387359"/>
                    <a:pt x="-24307" y="268653"/>
                    <a:pt x="8421" y="154995"/>
                  </a:cubicBezTo>
                  <a:cubicBezTo>
                    <a:pt x="37044" y="55504"/>
                    <a:pt x="131450" y="-7155"/>
                    <a:pt x="230723" y="655"/>
                  </a:cubicBezTo>
                  <a:lnTo>
                    <a:pt x="230723" y="655"/>
                  </a:lnTo>
                  <a:close/>
                </a:path>
              </a:pathLst>
            </a:custGeom>
            <a:noFill/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wrap="none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8398C5A-36AB-5E9F-E526-90102BE9A439}"/>
                </a:ext>
              </a:extLst>
            </p:cNvPr>
            <p:cNvSpPr/>
            <p:nvPr userDrawn="1"/>
          </p:nvSpPr>
          <p:spPr>
            <a:xfrm>
              <a:off x="641678" y="750549"/>
              <a:ext cx="74350" cy="7435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D91076DA-C514-AAA0-1813-8B133806E2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22"/>
          <a:stretch/>
        </p:blipFill>
        <p:spPr>
          <a:xfrm>
            <a:off x="9308785" y="1"/>
            <a:ext cx="2883215" cy="16971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93F85A-2EA4-F468-9753-689EDF04FE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1FAADAE-F466-776F-8675-A41D6F9513EC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305" y="695367"/>
            <a:ext cx="5289745" cy="32446"/>
          </a:xfrm>
          <a:prstGeom prst="line">
            <a:avLst/>
          </a:prstGeom>
          <a:ln>
            <a:solidFill>
              <a:srgbClr val="176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40">
            <a:extLst>
              <a:ext uri="{FF2B5EF4-FFF2-40B4-BE49-F238E27FC236}">
                <a16:creationId xmlns:a16="http://schemas.microsoft.com/office/drawing/2014/main" id="{6C052B5B-DAE4-175A-2DEA-79ED8E680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688" y="416989"/>
            <a:ext cx="2638593" cy="574929"/>
          </a:xfrm>
        </p:spPr>
        <p:txBody>
          <a:bodyPr>
            <a:normAutofit/>
          </a:bodyPr>
          <a:lstStyle>
            <a:lvl1pPr marL="0" algn="l" defTabSz="384175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276821" algn="l"/>
              </a:tabLst>
              <a:defRPr lang="zh-CN" altLang="en-US" sz="2000" b="1" u="none" strike="noStrike" kern="1200" cap="none" spc="188" normalizeH="0" baseline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14" name="文本占位符 46">
            <a:extLst>
              <a:ext uri="{FF2B5EF4-FFF2-40B4-BE49-F238E27FC236}">
                <a16:creationId xmlns:a16="http://schemas.microsoft.com/office/drawing/2014/main" id="{12C80839-F290-3F71-4F7E-4E9583915F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049" y="576612"/>
            <a:ext cx="3420000" cy="279124"/>
          </a:xfrm>
        </p:spPr>
        <p:txBody>
          <a:bodyPr>
            <a:noAutofit/>
          </a:bodyPr>
          <a:lstStyle>
            <a:lvl1pPr marL="0" indent="0" algn="l" defTabSz="285750" rtl="0" eaLnBrk="1" latinLnBrk="0" hangingPunct="1">
              <a:buNone/>
              <a:defRPr lang="zh-CN" altLang="en-US" sz="1100" kern="12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4989" indent="0">
              <a:buNone/>
              <a:defRPr/>
            </a:lvl2pPr>
          </a:lstStyle>
          <a:p>
            <a:pPr lvl="0"/>
            <a:r>
              <a:rPr lang="zh-CN" altLang="en-US" dirty="0"/>
              <a:t>文本样式</a:t>
            </a:r>
          </a:p>
        </p:txBody>
      </p:sp>
    </p:spTree>
    <p:extLst>
      <p:ext uri="{BB962C8B-B14F-4D97-AF65-F5344CB8AC3E}">
        <p14:creationId xmlns:p14="http://schemas.microsoft.com/office/powerpoint/2010/main" val="170008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版_背景色2项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3DFC684C-72A7-4EE3-BEAA-51AA685713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22"/>
          <a:stretch/>
        </p:blipFill>
        <p:spPr>
          <a:xfrm>
            <a:off x="9308785" y="1"/>
            <a:ext cx="2883215" cy="1697184"/>
          </a:xfrm>
          <a:prstGeom prst="rect">
            <a:avLst/>
          </a:prstGeom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15A909C-50A2-48EA-97DD-0CC5E0E1B79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305" y="695367"/>
            <a:ext cx="5289745" cy="32446"/>
          </a:xfrm>
          <a:prstGeom prst="line">
            <a:avLst/>
          </a:prstGeom>
          <a:ln>
            <a:solidFill>
              <a:srgbClr val="176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40">
            <a:extLst>
              <a:ext uri="{FF2B5EF4-FFF2-40B4-BE49-F238E27FC236}">
                <a16:creationId xmlns:a16="http://schemas.microsoft.com/office/drawing/2014/main" id="{62FE878F-E1C5-426F-8D83-8468BC3AE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688" y="416989"/>
            <a:ext cx="2638593" cy="574929"/>
          </a:xfrm>
        </p:spPr>
        <p:txBody>
          <a:bodyPr>
            <a:normAutofit/>
          </a:bodyPr>
          <a:lstStyle>
            <a:lvl1pPr marL="0" algn="l" defTabSz="384175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276821" algn="l"/>
              </a:tabLst>
              <a:defRPr lang="zh-CN" altLang="en-US" sz="2000" b="1" u="none" strike="noStrike" kern="1200" cap="none" spc="188" normalizeH="0" baseline="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47" name="文本占位符 46">
            <a:extLst>
              <a:ext uri="{FF2B5EF4-FFF2-40B4-BE49-F238E27FC236}">
                <a16:creationId xmlns:a16="http://schemas.microsoft.com/office/drawing/2014/main" id="{85A4064F-3875-48E0-8290-421264473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049" y="576612"/>
            <a:ext cx="3420000" cy="279124"/>
          </a:xfrm>
        </p:spPr>
        <p:txBody>
          <a:bodyPr>
            <a:noAutofit/>
          </a:bodyPr>
          <a:lstStyle>
            <a:lvl1pPr marL="0" indent="0" algn="l" defTabSz="285750" rtl="0" eaLnBrk="1" latinLnBrk="0" hangingPunct="1">
              <a:buNone/>
              <a:defRPr lang="zh-CN" altLang="en-US" sz="1100" kern="12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4989" indent="0">
              <a:buNone/>
              <a:defRPr/>
            </a:lvl2pPr>
          </a:lstStyle>
          <a:p>
            <a:pPr lvl="0"/>
            <a:r>
              <a:rPr lang="zh-CN" altLang="en-US" dirty="0"/>
              <a:t>文本样式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30A8F24-E646-CFF3-9BB1-93E92D2B5BFC}"/>
              </a:ext>
            </a:extLst>
          </p:cNvPr>
          <p:cNvGrpSpPr/>
          <p:nvPr userDrawn="1"/>
        </p:nvGrpSpPr>
        <p:grpSpPr>
          <a:xfrm>
            <a:off x="413330" y="569453"/>
            <a:ext cx="270000" cy="270000"/>
            <a:chOff x="369786" y="551211"/>
            <a:chExt cx="353019" cy="353204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109D8543-B38F-620E-E77A-A08A8E9C3B1A}"/>
                </a:ext>
              </a:extLst>
            </p:cNvPr>
            <p:cNvSpPr/>
            <p:nvPr userDrawn="1"/>
          </p:nvSpPr>
          <p:spPr>
            <a:xfrm rot="20081727">
              <a:off x="369786" y="551211"/>
              <a:ext cx="353019" cy="353204"/>
            </a:xfrm>
            <a:custGeom>
              <a:avLst/>
              <a:gdLst>
                <a:gd name="connsiteX0" fmla="*/ 262688 w 428246"/>
                <a:gd name="connsiteY0" fmla="*/ 408282 h 428470"/>
                <a:gd name="connsiteX1" fmla="*/ 262688 w 428246"/>
                <a:gd name="connsiteY1" fmla="*/ 408282 h 428470"/>
                <a:gd name="connsiteX2" fmla="*/ 262688 w 428246"/>
                <a:gd name="connsiteY2" fmla="*/ 408282 h 428470"/>
                <a:gd name="connsiteX3" fmla="*/ 262688 w 428246"/>
                <a:gd name="connsiteY3" fmla="*/ 408282 h 428470"/>
                <a:gd name="connsiteX4" fmla="*/ 262688 w 428246"/>
                <a:gd name="connsiteY4" fmla="*/ 408282 h 428470"/>
                <a:gd name="connsiteX5" fmla="*/ 213869 w 428246"/>
                <a:gd name="connsiteY5" fmla="*/ 43735 h 428470"/>
                <a:gd name="connsiteX6" fmla="*/ 276637 w 428246"/>
                <a:gd name="connsiteY6" fmla="*/ 55795 h 428470"/>
                <a:gd name="connsiteX7" fmla="*/ 371987 w 428246"/>
                <a:gd name="connsiteY7" fmla="*/ 277044 h 428470"/>
                <a:gd name="connsiteX8" fmla="*/ 371914 w 428246"/>
                <a:gd name="connsiteY8" fmla="*/ 277189 h 428470"/>
                <a:gd name="connsiteX9" fmla="*/ 362652 w 428246"/>
                <a:gd name="connsiteY9" fmla="*/ 281039 h 428470"/>
                <a:gd name="connsiteX10" fmla="*/ 358801 w 428246"/>
                <a:gd name="connsiteY10" fmla="*/ 271777 h 428470"/>
                <a:gd name="connsiteX11" fmla="*/ 368790 w 428246"/>
                <a:gd name="connsiteY11" fmla="*/ 232147 h 428470"/>
                <a:gd name="connsiteX12" fmla="*/ 231958 w 428246"/>
                <a:gd name="connsiteY12" fmla="*/ 59245 h 428470"/>
                <a:gd name="connsiteX13" fmla="*/ 59202 w 428246"/>
                <a:gd name="connsiteY13" fmla="*/ 196187 h 428470"/>
                <a:gd name="connsiteX14" fmla="*/ 196034 w 428246"/>
                <a:gd name="connsiteY14" fmla="*/ 369088 h 428470"/>
                <a:gd name="connsiteX15" fmla="*/ 202318 w 428246"/>
                <a:gd name="connsiteY15" fmla="*/ 376135 h 428470"/>
                <a:gd name="connsiteX16" fmla="*/ 195235 w 428246"/>
                <a:gd name="connsiteY16" fmla="*/ 383255 h 428470"/>
                <a:gd name="connsiteX17" fmla="*/ 194399 w 428246"/>
                <a:gd name="connsiteY17" fmla="*/ 383218 h 428470"/>
                <a:gd name="connsiteX18" fmla="*/ 43655 w 428246"/>
                <a:gd name="connsiteY18" fmla="*/ 214022 h 428470"/>
                <a:gd name="connsiteX19" fmla="*/ 213869 w 428246"/>
                <a:gd name="connsiteY19" fmla="*/ 43735 h 428470"/>
                <a:gd name="connsiteX20" fmla="*/ 213869 w 428246"/>
                <a:gd name="connsiteY20" fmla="*/ 43735 h 428470"/>
                <a:gd name="connsiteX21" fmla="*/ 230723 w 428246"/>
                <a:gd name="connsiteY21" fmla="*/ 655 h 428470"/>
                <a:gd name="connsiteX22" fmla="*/ 273367 w 428246"/>
                <a:gd name="connsiteY22" fmla="*/ 8428 h 428470"/>
                <a:gd name="connsiteX23" fmla="*/ 419825 w 428246"/>
                <a:gd name="connsiteY23" fmla="*/ 273556 h 428470"/>
                <a:gd name="connsiteX24" fmla="*/ 419680 w 428246"/>
                <a:gd name="connsiteY24" fmla="*/ 274101 h 428470"/>
                <a:gd name="connsiteX25" fmla="*/ 410708 w 428246"/>
                <a:gd name="connsiteY25" fmla="*/ 278605 h 428470"/>
                <a:gd name="connsiteX26" fmla="*/ 406204 w 428246"/>
                <a:gd name="connsiteY26" fmla="*/ 269633 h 428470"/>
                <a:gd name="connsiteX27" fmla="*/ 408020 w 428246"/>
                <a:gd name="connsiteY27" fmla="*/ 165638 h 428470"/>
                <a:gd name="connsiteX28" fmla="*/ 165522 w 428246"/>
                <a:gd name="connsiteY28" fmla="*/ 20234 h 428470"/>
                <a:gd name="connsiteX29" fmla="*/ 20190 w 428246"/>
                <a:gd name="connsiteY29" fmla="*/ 262877 h 428470"/>
                <a:gd name="connsiteX30" fmla="*/ 222623 w 428246"/>
                <a:gd name="connsiteY30" fmla="*/ 414130 h 428470"/>
                <a:gd name="connsiteX31" fmla="*/ 262688 w 428246"/>
                <a:gd name="connsiteY31" fmla="*/ 408282 h 428470"/>
                <a:gd name="connsiteX32" fmla="*/ 271297 w 428246"/>
                <a:gd name="connsiteY32" fmla="*/ 413440 h 428470"/>
                <a:gd name="connsiteX33" fmla="*/ 266139 w 428246"/>
                <a:gd name="connsiteY33" fmla="*/ 422049 h 428470"/>
                <a:gd name="connsiteX34" fmla="*/ 154879 w 428246"/>
                <a:gd name="connsiteY34" fmla="*/ 420087 h 428470"/>
                <a:gd name="connsiteX35" fmla="*/ 8421 w 428246"/>
                <a:gd name="connsiteY35" fmla="*/ 154995 h 428470"/>
                <a:gd name="connsiteX36" fmla="*/ 230723 w 428246"/>
                <a:gd name="connsiteY36" fmla="*/ 655 h 428470"/>
                <a:gd name="connsiteX37" fmla="*/ 230723 w 428246"/>
                <a:gd name="connsiteY37" fmla="*/ 655 h 428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28246" h="428470">
                  <a:moveTo>
                    <a:pt x="262688" y="408282"/>
                  </a:move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close/>
                  <a:moveTo>
                    <a:pt x="213869" y="43735"/>
                  </a:moveTo>
                  <a:cubicBezTo>
                    <a:pt x="235373" y="43735"/>
                    <a:pt x="256658" y="47840"/>
                    <a:pt x="276637" y="55795"/>
                  </a:cubicBezTo>
                  <a:cubicBezTo>
                    <a:pt x="364032" y="90557"/>
                    <a:pt x="406712" y="189612"/>
                    <a:pt x="371987" y="277044"/>
                  </a:cubicBezTo>
                  <a:cubicBezTo>
                    <a:pt x="371950" y="277080"/>
                    <a:pt x="371950" y="277153"/>
                    <a:pt x="371914" y="277189"/>
                  </a:cubicBezTo>
                  <a:cubicBezTo>
                    <a:pt x="370425" y="280821"/>
                    <a:pt x="366284" y="282528"/>
                    <a:pt x="362652" y="281039"/>
                  </a:cubicBezTo>
                  <a:cubicBezTo>
                    <a:pt x="359019" y="279550"/>
                    <a:pt x="357312" y="275409"/>
                    <a:pt x="358801" y="271777"/>
                  </a:cubicBezTo>
                  <a:cubicBezTo>
                    <a:pt x="363850" y="259063"/>
                    <a:pt x="367228" y="245732"/>
                    <a:pt x="368790" y="232147"/>
                  </a:cubicBezTo>
                  <a:cubicBezTo>
                    <a:pt x="378707" y="146604"/>
                    <a:pt x="317465" y="69198"/>
                    <a:pt x="231958" y="59245"/>
                  </a:cubicBezTo>
                  <a:cubicBezTo>
                    <a:pt x="146488" y="49329"/>
                    <a:pt x="69118" y="110644"/>
                    <a:pt x="59202" y="196187"/>
                  </a:cubicBezTo>
                  <a:cubicBezTo>
                    <a:pt x="49285" y="281729"/>
                    <a:pt x="110527" y="359136"/>
                    <a:pt x="196034" y="369088"/>
                  </a:cubicBezTo>
                  <a:cubicBezTo>
                    <a:pt x="199630" y="369488"/>
                    <a:pt x="202318" y="372539"/>
                    <a:pt x="202318" y="376135"/>
                  </a:cubicBezTo>
                  <a:cubicBezTo>
                    <a:pt x="202318" y="380058"/>
                    <a:pt x="199158" y="383255"/>
                    <a:pt x="195235" y="383255"/>
                  </a:cubicBezTo>
                  <a:cubicBezTo>
                    <a:pt x="194944" y="383255"/>
                    <a:pt x="194690" y="383255"/>
                    <a:pt x="194399" y="383218"/>
                  </a:cubicBezTo>
                  <a:cubicBezTo>
                    <a:pt x="108493" y="373338"/>
                    <a:pt x="43655" y="300545"/>
                    <a:pt x="43655" y="214022"/>
                  </a:cubicBezTo>
                  <a:cubicBezTo>
                    <a:pt x="43691" y="119943"/>
                    <a:pt x="119899" y="43735"/>
                    <a:pt x="213869" y="43735"/>
                  </a:cubicBezTo>
                  <a:lnTo>
                    <a:pt x="213869" y="43735"/>
                  </a:lnTo>
                  <a:close/>
                  <a:moveTo>
                    <a:pt x="230723" y="655"/>
                  </a:moveTo>
                  <a:cubicBezTo>
                    <a:pt x="244889" y="1781"/>
                    <a:pt x="259201" y="4324"/>
                    <a:pt x="273367" y="8428"/>
                  </a:cubicBezTo>
                  <a:cubicBezTo>
                    <a:pt x="386989" y="41156"/>
                    <a:pt x="452553" y="159863"/>
                    <a:pt x="419825" y="273556"/>
                  </a:cubicBezTo>
                  <a:cubicBezTo>
                    <a:pt x="419789" y="273738"/>
                    <a:pt x="419716" y="273920"/>
                    <a:pt x="419680" y="274101"/>
                  </a:cubicBezTo>
                  <a:cubicBezTo>
                    <a:pt x="418445" y="277806"/>
                    <a:pt x="414413" y="279840"/>
                    <a:pt x="410708" y="278605"/>
                  </a:cubicBezTo>
                  <a:cubicBezTo>
                    <a:pt x="407003" y="277370"/>
                    <a:pt x="404969" y="273338"/>
                    <a:pt x="406204" y="269633"/>
                  </a:cubicBezTo>
                  <a:cubicBezTo>
                    <a:pt x="415975" y="235743"/>
                    <a:pt x="416593" y="199855"/>
                    <a:pt x="408020" y="165638"/>
                  </a:cubicBezTo>
                  <a:cubicBezTo>
                    <a:pt x="381177" y="58483"/>
                    <a:pt x="272605" y="-6610"/>
                    <a:pt x="165522" y="20234"/>
                  </a:cubicBezTo>
                  <a:cubicBezTo>
                    <a:pt x="58439" y="47077"/>
                    <a:pt x="-6617" y="155722"/>
                    <a:pt x="20190" y="262877"/>
                  </a:cubicBezTo>
                  <a:cubicBezTo>
                    <a:pt x="43655" y="356629"/>
                    <a:pt x="129743" y="418198"/>
                    <a:pt x="222623" y="414130"/>
                  </a:cubicBezTo>
                  <a:lnTo>
                    <a:pt x="262688" y="408282"/>
                  </a:lnTo>
                  <a:lnTo>
                    <a:pt x="271297" y="413440"/>
                  </a:lnTo>
                  <a:cubicBezTo>
                    <a:pt x="272241" y="417254"/>
                    <a:pt x="269953" y="421104"/>
                    <a:pt x="266139" y="422049"/>
                  </a:cubicBezTo>
                  <a:cubicBezTo>
                    <a:pt x="229524" y="431238"/>
                    <a:pt x="191130" y="430548"/>
                    <a:pt x="154879" y="420087"/>
                  </a:cubicBezTo>
                  <a:cubicBezTo>
                    <a:pt x="41258" y="387359"/>
                    <a:pt x="-24307" y="268653"/>
                    <a:pt x="8421" y="154995"/>
                  </a:cubicBezTo>
                  <a:cubicBezTo>
                    <a:pt x="37044" y="55504"/>
                    <a:pt x="131450" y="-7155"/>
                    <a:pt x="230723" y="655"/>
                  </a:cubicBezTo>
                  <a:lnTo>
                    <a:pt x="230723" y="655"/>
                  </a:lnTo>
                  <a:close/>
                </a:path>
              </a:pathLst>
            </a:custGeom>
            <a:noFill/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wrap="none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5F3DE7D-5057-9D45-BB2F-21DF2B90B476}"/>
                </a:ext>
              </a:extLst>
            </p:cNvPr>
            <p:cNvSpPr/>
            <p:nvPr userDrawn="1"/>
          </p:nvSpPr>
          <p:spPr>
            <a:xfrm>
              <a:off x="641678" y="750549"/>
              <a:ext cx="74350" cy="7435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3" name="文本占位符 46">
            <a:extLst>
              <a:ext uri="{FF2B5EF4-FFF2-40B4-BE49-F238E27FC236}">
                <a16:creationId xmlns:a16="http://schemas.microsoft.com/office/drawing/2014/main" id="{B99FEEFA-83F9-EDFB-3788-2CCB88F22B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9" y="2094585"/>
            <a:ext cx="5279856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4989" indent="0">
              <a:lnSpc>
                <a:spcPct val="130000"/>
              </a:lnSpc>
              <a:buClr>
                <a:srgbClr val="D9D9D9"/>
              </a:buClr>
              <a:buFont typeface="Arial" panose="020B0604020202020204" pitchFamily="34" charset="0"/>
              <a:buNone/>
              <a:defRPr lang="en-US" altLang="zh-CN" sz="1400" kern="1200" dirty="0" smtClean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7B9040-19F7-33B3-45E2-134A194079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9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5" name="文本占位符 46">
            <a:extLst>
              <a:ext uri="{FF2B5EF4-FFF2-40B4-BE49-F238E27FC236}">
                <a16:creationId xmlns:a16="http://schemas.microsoft.com/office/drawing/2014/main" id="{03CF385F-88BA-80F0-AE4E-DDAB6CE12C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433" y="2094585"/>
            <a:ext cx="5279856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D9D9D9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2781FBC2-393D-9DC9-6F70-0ACF9772DB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3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3333416-08C4-247A-0FDD-6B6F2A2BEE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42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背景色3项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3DFC684C-72A7-4EE3-BEAA-51AA685713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22"/>
          <a:stretch/>
        </p:blipFill>
        <p:spPr>
          <a:xfrm>
            <a:off x="9308785" y="1"/>
            <a:ext cx="2883215" cy="1697184"/>
          </a:xfrm>
          <a:prstGeom prst="rect">
            <a:avLst/>
          </a:prstGeom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15A909C-50A2-48EA-97DD-0CC5E0E1B79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305" y="695367"/>
            <a:ext cx="5289745" cy="32446"/>
          </a:xfrm>
          <a:prstGeom prst="line">
            <a:avLst/>
          </a:prstGeom>
          <a:ln>
            <a:solidFill>
              <a:srgbClr val="176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40">
            <a:extLst>
              <a:ext uri="{FF2B5EF4-FFF2-40B4-BE49-F238E27FC236}">
                <a16:creationId xmlns:a16="http://schemas.microsoft.com/office/drawing/2014/main" id="{62FE878F-E1C5-426F-8D83-8468BC3AE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688" y="416989"/>
            <a:ext cx="2638593" cy="574929"/>
          </a:xfrm>
        </p:spPr>
        <p:txBody>
          <a:bodyPr>
            <a:normAutofit/>
          </a:bodyPr>
          <a:lstStyle>
            <a:lvl1pPr marL="0" algn="l" defTabSz="384175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276821" algn="l"/>
              </a:tabLst>
              <a:defRPr lang="zh-CN" altLang="en-US" sz="2000" b="1" u="none" strike="noStrike" kern="1200" cap="none" spc="188" normalizeH="0" baseline="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47" name="文本占位符 46">
            <a:extLst>
              <a:ext uri="{FF2B5EF4-FFF2-40B4-BE49-F238E27FC236}">
                <a16:creationId xmlns:a16="http://schemas.microsoft.com/office/drawing/2014/main" id="{85A4064F-3875-48E0-8290-421264473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049" y="576612"/>
            <a:ext cx="3420000" cy="279124"/>
          </a:xfrm>
        </p:spPr>
        <p:txBody>
          <a:bodyPr>
            <a:noAutofit/>
          </a:bodyPr>
          <a:lstStyle>
            <a:lvl1pPr marL="0" indent="0" algn="l" defTabSz="285750" rtl="0" eaLnBrk="1" latinLnBrk="0" hangingPunct="1">
              <a:buNone/>
              <a:defRPr lang="zh-CN" altLang="en-US" sz="1100" kern="12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4989" indent="0">
              <a:buNone/>
              <a:defRPr/>
            </a:lvl2pPr>
          </a:lstStyle>
          <a:p>
            <a:pPr lvl="0"/>
            <a:r>
              <a:rPr lang="zh-CN" altLang="en-US" dirty="0"/>
              <a:t>文本样式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30A8F24-E646-CFF3-9BB1-93E92D2B5BFC}"/>
              </a:ext>
            </a:extLst>
          </p:cNvPr>
          <p:cNvGrpSpPr/>
          <p:nvPr userDrawn="1"/>
        </p:nvGrpSpPr>
        <p:grpSpPr>
          <a:xfrm>
            <a:off x="413330" y="569453"/>
            <a:ext cx="270000" cy="270000"/>
            <a:chOff x="369786" y="551211"/>
            <a:chExt cx="353019" cy="353204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109D8543-B38F-620E-E77A-A08A8E9C3B1A}"/>
                </a:ext>
              </a:extLst>
            </p:cNvPr>
            <p:cNvSpPr/>
            <p:nvPr userDrawn="1"/>
          </p:nvSpPr>
          <p:spPr>
            <a:xfrm rot="20081727">
              <a:off x="369786" y="551211"/>
              <a:ext cx="353019" cy="353204"/>
            </a:xfrm>
            <a:custGeom>
              <a:avLst/>
              <a:gdLst>
                <a:gd name="connsiteX0" fmla="*/ 262688 w 428246"/>
                <a:gd name="connsiteY0" fmla="*/ 408282 h 428470"/>
                <a:gd name="connsiteX1" fmla="*/ 262688 w 428246"/>
                <a:gd name="connsiteY1" fmla="*/ 408282 h 428470"/>
                <a:gd name="connsiteX2" fmla="*/ 262688 w 428246"/>
                <a:gd name="connsiteY2" fmla="*/ 408282 h 428470"/>
                <a:gd name="connsiteX3" fmla="*/ 262688 w 428246"/>
                <a:gd name="connsiteY3" fmla="*/ 408282 h 428470"/>
                <a:gd name="connsiteX4" fmla="*/ 262688 w 428246"/>
                <a:gd name="connsiteY4" fmla="*/ 408282 h 428470"/>
                <a:gd name="connsiteX5" fmla="*/ 213869 w 428246"/>
                <a:gd name="connsiteY5" fmla="*/ 43735 h 428470"/>
                <a:gd name="connsiteX6" fmla="*/ 276637 w 428246"/>
                <a:gd name="connsiteY6" fmla="*/ 55795 h 428470"/>
                <a:gd name="connsiteX7" fmla="*/ 371987 w 428246"/>
                <a:gd name="connsiteY7" fmla="*/ 277044 h 428470"/>
                <a:gd name="connsiteX8" fmla="*/ 371914 w 428246"/>
                <a:gd name="connsiteY8" fmla="*/ 277189 h 428470"/>
                <a:gd name="connsiteX9" fmla="*/ 362652 w 428246"/>
                <a:gd name="connsiteY9" fmla="*/ 281039 h 428470"/>
                <a:gd name="connsiteX10" fmla="*/ 358801 w 428246"/>
                <a:gd name="connsiteY10" fmla="*/ 271777 h 428470"/>
                <a:gd name="connsiteX11" fmla="*/ 368790 w 428246"/>
                <a:gd name="connsiteY11" fmla="*/ 232147 h 428470"/>
                <a:gd name="connsiteX12" fmla="*/ 231958 w 428246"/>
                <a:gd name="connsiteY12" fmla="*/ 59245 h 428470"/>
                <a:gd name="connsiteX13" fmla="*/ 59202 w 428246"/>
                <a:gd name="connsiteY13" fmla="*/ 196187 h 428470"/>
                <a:gd name="connsiteX14" fmla="*/ 196034 w 428246"/>
                <a:gd name="connsiteY14" fmla="*/ 369088 h 428470"/>
                <a:gd name="connsiteX15" fmla="*/ 202318 w 428246"/>
                <a:gd name="connsiteY15" fmla="*/ 376135 h 428470"/>
                <a:gd name="connsiteX16" fmla="*/ 195235 w 428246"/>
                <a:gd name="connsiteY16" fmla="*/ 383255 h 428470"/>
                <a:gd name="connsiteX17" fmla="*/ 194399 w 428246"/>
                <a:gd name="connsiteY17" fmla="*/ 383218 h 428470"/>
                <a:gd name="connsiteX18" fmla="*/ 43655 w 428246"/>
                <a:gd name="connsiteY18" fmla="*/ 214022 h 428470"/>
                <a:gd name="connsiteX19" fmla="*/ 213869 w 428246"/>
                <a:gd name="connsiteY19" fmla="*/ 43735 h 428470"/>
                <a:gd name="connsiteX20" fmla="*/ 213869 w 428246"/>
                <a:gd name="connsiteY20" fmla="*/ 43735 h 428470"/>
                <a:gd name="connsiteX21" fmla="*/ 230723 w 428246"/>
                <a:gd name="connsiteY21" fmla="*/ 655 h 428470"/>
                <a:gd name="connsiteX22" fmla="*/ 273367 w 428246"/>
                <a:gd name="connsiteY22" fmla="*/ 8428 h 428470"/>
                <a:gd name="connsiteX23" fmla="*/ 419825 w 428246"/>
                <a:gd name="connsiteY23" fmla="*/ 273556 h 428470"/>
                <a:gd name="connsiteX24" fmla="*/ 419680 w 428246"/>
                <a:gd name="connsiteY24" fmla="*/ 274101 h 428470"/>
                <a:gd name="connsiteX25" fmla="*/ 410708 w 428246"/>
                <a:gd name="connsiteY25" fmla="*/ 278605 h 428470"/>
                <a:gd name="connsiteX26" fmla="*/ 406204 w 428246"/>
                <a:gd name="connsiteY26" fmla="*/ 269633 h 428470"/>
                <a:gd name="connsiteX27" fmla="*/ 408020 w 428246"/>
                <a:gd name="connsiteY27" fmla="*/ 165638 h 428470"/>
                <a:gd name="connsiteX28" fmla="*/ 165522 w 428246"/>
                <a:gd name="connsiteY28" fmla="*/ 20234 h 428470"/>
                <a:gd name="connsiteX29" fmla="*/ 20190 w 428246"/>
                <a:gd name="connsiteY29" fmla="*/ 262877 h 428470"/>
                <a:gd name="connsiteX30" fmla="*/ 222623 w 428246"/>
                <a:gd name="connsiteY30" fmla="*/ 414130 h 428470"/>
                <a:gd name="connsiteX31" fmla="*/ 262688 w 428246"/>
                <a:gd name="connsiteY31" fmla="*/ 408282 h 428470"/>
                <a:gd name="connsiteX32" fmla="*/ 271297 w 428246"/>
                <a:gd name="connsiteY32" fmla="*/ 413440 h 428470"/>
                <a:gd name="connsiteX33" fmla="*/ 266139 w 428246"/>
                <a:gd name="connsiteY33" fmla="*/ 422049 h 428470"/>
                <a:gd name="connsiteX34" fmla="*/ 154879 w 428246"/>
                <a:gd name="connsiteY34" fmla="*/ 420087 h 428470"/>
                <a:gd name="connsiteX35" fmla="*/ 8421 w 428246"/>
                <a:gd name="connsiteY35" fmla="*/ 154995 h 428470"/>
                <a:gd name="connsiteX36" fmla="*/ 230723 w 428246"/>
                <a:gd name="connsiteY36" fmla="*/ 655 h 428470"/>
                <a:gd name="connsiteX37" fmla="*/ 230723 w 428246"/>
                <a:gd name="connsiteY37" fmla="*/ 655 h 428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28246" h="428470">
                  <a:moveTo>
                    <a:pt x="262688" y="408282"/>
                  </a:move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close/>
                  <a:moveTo>
                    <a:pt x="213869" y="43735"/>
                  </a:moveTo>
                  <a:cubicBezTo>
                    <a:pt x="235373" y="43735"/>
                    <a:pt x="256658" y="47840"/>
                    <a:pt x="276637" y="55795"/>
                  </a:cubicBezTo>
                  <a:cubicBezTo>
                    <a:pt x="364032" y="90557"/>
                    <a:pt x="406712" y="189612"/>
                    <a:pt x="371987" y="277044"/>
                  </a:cubicBezTo>
                  <a:cubicBezTo>
                    <a:pt x="371950" y="277080"/>
                    <a:pt x="371950" y="277153"/>
                    <a:pt x="371914" y="277189"/>
                  </a:cubicBezTo>
                  <a:cubicBezTo>
                    <a:pt x="370425" y="280821"/>
                    <a:pt x="366284" y="282528"/>
                    <a:pt x="362652" y="281039"/>
                  </a:cubicBezTo>
                  <a:cubicBezTo>
                    <a:pt x="359019" y="279550"/>
                    <a:pt x="357312" y="275409"/>
                    <a:pt x="358801" y="271777"/>
                  </a:cubicBezTo>
                  <a:cubicBezTo>
                    <a:pt x="363850" y="259063"/>
                    <a:pt x="367228" y="245732"/>
                    <a:pt x="368790" y="232147"/>
                  </a:cubicBezTo>
                  <a:cubicBezTo>
                    <a:pt x="378707" y="146604"/>
                    <a:pt x="317465" y="69198"/>
                    <a:pt x="231958" y="59245"/>
                  </a:cubicBezTo>
                  <a:cubicBezTo>
                    <a:pt x="146488" y="49329"/>
                    <a:pt x="69118" y="110644"/>
                    <a:pt x="59202" y="196187"/>
                  </a:cubicBezTo>
                  <a:cubicBezTo>
                    <a:pt x="49285" y="281729"/>
                    <a:pt x="110527" y="359136"/>
                    <a:pt x="196034" y="369088"/>
                  </a:cubicBezTo>
                  <a:cubicBezTo>
                    <a:pt x="199630" y="369488"/>
                    <a:pt x="202318" y="372539"/>
                    <a:pt x="202318" y="376135"/>
                  </a:cubicBezTo>
                  <a:cubicBezTo>
                    <a:pt x="202318" y="380058"/>
                    <a:pt x="199158" y="383255"/>
                    <a:pt x="195235" y="383255"/>
                  </a:cubicBezTo>
                  <a:cubicBezTo>
                    <a:pt x="194944" y="383255"/>
                    <a:pt x="194690" y="383255"/>
                    <a:pt x="194399" y="383218"/>
                  </a:cubicBezTo>
                  <a:cubicBezTo>
                    <a:pt x="108493" y="373338"/>
                    <a:pt x="43655" y="300545"/>
                    <a:pt x="43655" y="214022"/>
                  </a:cubicBezTo>
                  <a:cubicBezTo>
                    <a:pt x="43691" y="119943"/>
                    <a:pt x="119899" y="43735"/>
                    <a:pt x="213869" y="43735"/>
                  </a:cubicBezTo>
                  <a:lnTo>
                    <a:pt x="213869" y="43735"/>
                  </a:lnTo>
                  <a:close/>
                  <a:moveTo>
                    <a:pt x="230723" y="655"/>
                  </a:moveTo>
                  <a:cubicBezTo>
                    <a:pt x="244889" y="1781"/>
                    <a:pt x="259201" y="4324"/>
                    <a:pt x="273367" y="8428"/>
                  </a:cubicBezTo>
                  <a:cubicBezTo>
                    <a:pt x="386989" y="41156"/>
                    <a:pt x="452553" y="159863"/>
                    <a:pt x="419825" y="273556"/>
                  </a:cubicBezTo>
                  <a:cubicBezTo>
                    <a:pt x="419789" y="273738"/>
                    <a:pt x="419716" y="273920"/>
                    <a:pt x="419680" y="274101"/>
                  </a:cubicBezTo>
                  <a:cubicBezTo>
                    <a:pt x="418445" y="277806"/>
                    <a:pt x="414413" y="279840"/>
                    <a:pt x="410708" y="278605"/>
                  </a:cubicBezTo>
                  <a:cubicBezTo>
                    <a:pt x="407003" y="277370"/>
                    <a:pt x="404969" y="273338"/>
                    <a:pt x="406204" y="269633"/>
                  </a:cubicBezTo>
                  <a:cubicBezTo>
                    <a:pt x="415975" y="235743"/>
                    <a:pt x="416593" y="199855"/>
                    <a:pt x="408020" y="165638"/>
                  </a:cubicBezTo>
                  <a:cubicBezTo>
                    <a:pt x="381177" y="58483"/>
                    <a:pt x="272605" y="-6610"/>
                    <a:pt x="165522" y="20234"/>
                  </a:cubicBezTo>
                  <a:cubicBezTo>
                    <a:pt x="58439" y="47077"/>
                    <a:pt x="-6617" y="155722"/>
                    <a:pt x="20190" y="262877"/>
                  </a:cubicBezTo>
                  <a:cubicBezTo>
                    <a:pt x="43655" y="356629"/>
                    <a:pt x="129743" y="418198"/>
                    <a:pt x="222623" y="414130"/>
                  </a:cubicBezTo>
                  <a:lnTo>
                    <a:pt x="262688" y="408282"/>
                  </a:lnTo>
                  <a:lnTo>
                    <a:pt x="271297" y="413440"/>
                  </a:lnTo>
                  <a:cubicBezTo>
                    <a:pt x="272241" y="417254"/>
                    <a:pt x="269953" y="421104"/>
                    <a:pt x="266139" y="422049"/>
                  </a:cubicBezTo>
                  <a:cubicBezTo>
                    <a:pt x="229524" y="431238"/>
                    <a:pt x="191130" y="430548"/>
                    <a:pt x="154879" y="420087"/>
                  </a:cubicBezTo>
                  <a:cubicBezTo>
                    <a:pt x="41258" y="387359"/>
                    <a:pt x="-24307" y="268653"/>
                    <a:pt x="8421" y="154995"/>
                  </a:cubicBezTo>
                  <a:cubicBezTo>
                    <a:pt x="37044" y="55504"/>
                    <a:pt x="131450" y="-7155"/>
                    <a:pt x="230723" y="655"/>
                  </a:cubicBezTo>
                  <a:lnTo>
                    <a:pt x="230723" y="655"/>
                  </a:lnTo>
                  <a:close/>
                </a:path>
              </a:pathLst>
            </a:custGeom>
            <a:noFill/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wrap="none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5F3DE7D-5057-9D45-BB2F-21DF2B90B476}"/>
                </a:ext>
              </a:extLst>
            </p:cNvPr>
            <p:cNvSpPr/>
            <p:nvPr userDrawn="1"/>
          </p:nvSpPr>
          <p:spPr>
            <a:xfrm>
              <a:off x="641678" y="750549"/>
              <a:ext cx="74350" cy="7435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5" name="文本占位符 46">
            <a:extLst>
              <a:ext uri="{FF2B5EF4-FFF2-40B4-BE49-F238E27FC236}">
                <a16:creationId xmlns:a16="http://schemas.microsoft.com/office/drawing/2014/main" id="{467900A8-54AC-60FF-78F0-F31B0574D8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90" y="2094585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17F436AD-C188-B18B-BF31-1981117C7A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90" y="1501397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8" name="文本占位符 46">
            <a:extLst>
              <a:ext uri="{FF2B5EF4-FFF2-40B4-BE49-F238E27FC236}">
                <a16:creationId xmlns:a16="http://schemas.microsoft.com/office/drawing/2014/main" id="{6DF426EE-FF85-B882-782C-A554D69C1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920" y="2094585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F48271BB-CE63-FB4D-837B-131F7B4E1E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7920" y="1501397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2" name="文本占位符 46">
            <a:extLst>
              <a:ext uri="{FF2B5EF4-FFF2-40B4-BE49-F238E27FC236}">
                <a16:creationId xmlns:a16="http://schemas.microsoft.com/office/drawing/2014/main" id="{369B45F1-CB35-C3A9-E073-F33B628A7A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1779" y="2087942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49F044A4-DC62-3EE9-3948-151A2A8B9E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1779" y="1494754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FA0F0D4-7FD2-9795-FFD5-807789EBB5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4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背景色4项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3DFC684C-72A7-4EE3-BEAA-51AA685713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22"/>
          <a:stretch/>
        </p:blipFill>
        <p:spPr>
          <a:xfrm>
            <a:off x="9308785" y="1"/>
            <a:ext cx="2883215" cy="1697184"/>
          </a:xfrm>
          <a:prstGeom prst="rect">
            <a:avLst/>
          </a:prstGeom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15A909C-50A2-48EA-97DD-0CC5E0E1B79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305" y="695367"/>
            <a:ext cx="5289745" cy="32446"/>
          </a:xfrm>
          <a:prstGeom prst="line">
            <a:avLst/>
          </a:prstGeom>
          <a:ln>
            <a:solidFill>
              <a:srgbClr val="1764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40">
            <a:extLst>
              <a:ext uri="{FF2B5EF4-FFF2-40B4-BE49-F238E27FC236}">
                <a16:creationId xmlns:a16="http://schemas.microsoft.com/office/drawing/2014/main" id="{62FE878F-E1C5-426F-8D83-8468BC3AE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688" y="416989"/>
            <a:ext cx="2638593" cy="574929"/>
          </a:xfrm>
        </p:spPr>
        <p:txBody>
          <a:bodyPr>
            <a:normAutofit/>
          </a:bodyPr>
          <a:lstStyle>
            <a:lvl1pPr marL="0" algn="l" defTabSz="384175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276821" algn="l"/>
              </a:tabLst>
              <a:defRPr lang="zh-CN" altLang="en-US" sz="2000" b="1" u="none" strike="noStrike" kern="1200" cap="none" spc="188" normalizeH="0" baseline="0" dirty="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47" name="文本占位符 46">
            <a:extLst>
              <a:ext uri="{FF2B5EF4-FFF2-40B4-BE49-F238E27FC236}">
                <a16:creationId xmlns:a16="http://schemas.microsoft.com/office/drawing/2014/main" id="{85A4064F-3875-48E0-8290-4212644736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049" y="576612"/>
            <a:ext cx="3420000" cy="279124"/>
          </a:xfrm>
        </p:spPr>
        <p:txBody>
          <a:bodyPr>
            <a:noAutofit/>
          </a:bodyPr>
          <a:lstStyle>
            <a:lvl1pPr marL="0" indent="0" algn="l" defTabSz="285750" rtl="0" eaLnBrk="1" latinLnBrk="0" hangingPunct="1">
              <a:buNone/>
              <a:defRPr lang="zh-CN" altLang="en-US" sz="1100" kern="12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4989" indent="0">
              <a:buNone/>
              <a:defRPr/>
            </a:lvl2pPr>
          </a:lstStyle>
          <a:p>
            <a:pPr lvl="0"/>
            <a:r>
              <a:rPr lang="zh-CN" altLang="en-US" dirty="0"/>
              <a:t>文本样式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30A8F24-E646-CFF3-9BB1-93E92D2B5BFC}"/>
              </a:ext>
            </a:extLst>
          </p:cNvPr>
          <p:cNvGrpSpPr/>
          <p:nvPr userDrawn="1"/>
        </p:nvGrpSpPr>
        <p:grpSpPr>
          <a:xfrm>
            <a:off x="413330" y="569453"/>
            <a:ext cx="270000" cy="270000"/>
            <a:chOff x="369786" y="551211"/>
            <a:chExt cx="353019" cy="353204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109D8543-B38F-620E-E77A-A08A8E9C3B1A}"/>
                </a:ext>
              </a:extLst>
            </p:cNvPr>
            <p:cNvSpPr/>
            <p:nvPr userDrawn="1"/>
          </p:nvSpPr>
          <p:spPr>
            <a:xfrm rot="20081727">
              <a:off x="369786" y="551211"/>
              <a:ext cx="353019" cy="353204"/>
            </a:xfrm>
            <a:custGeom>
              <a:avLst/>
              <a:gdLst>
                <a:gd name="connsiteX0" fmla="*/ 262688 w 428246"/>
                <a:gd name="connsiteY0" fmla="*/ 408282 h 428470"/>
                <a:gd name="connsiteX1" fmla="*/ 262688 w 428246"/>
                <a:gd name="connsiteY1" fmla="*/ 408282 h 428470"/>
                <a:gd name="connsiteX2" fmla="*/ 262688 w 428246"/>
                <a:gd name="connsiteY2" fmla="*/ 408282 h 428470"/>
                <a:gd name="connsiteX3" fmla="*/ 262688 w 428246"/>
                <a:gd name="connsiteY3" fmla="*/ 408282 h 428470"/>
                <a:gd name="connsiteX4" fmla="*/ 262688 w 428246"/>
                <a:gd name="connsiteY4" fmla="*/ 408282 h 428470"/>
                <a:gd name="connsiteX5" fmla="*/ 213869 w 428246"/>
                <a:gd name="connsiteY5" fmla="*/ 43735 h 428470"/>
                <a:gd name="connsiteX6" fmla="*/ 276637 w 428246"/>
                <a:gd name="connsiteY6" fmla="*/ 55795 h 428470"/>
                <a:gd name="connsiteX7" fmla="*/ 371987 w 428246"/>
                <a:gd name="connsiteY7" fmla="*/ 277044 h 428470"/>
                <a:gd name="connsiteX8" fmla="*/ 371914 w 428246"/>
                <a:gd name="connsiteY8" fmla="*/ 277189 h 428470"/>
                <a:gd name="connsiteX9" fmla="*/ 362652 w 428246"/>
                <a:gd name="connsiteY9" fmla="*/ 281039 h 428470"/>
                <a:gd name="connsiteX10" fmla="*/ 358801 w 428246"/>
                <a:gd name="connsiteY10" fmla="*/ 271777 h 428470"/>
                <a:gd name="connsiteX11" fmla="*/ 368790 w 428246"/>
                <a:gd name="connsiteY11" fmla="*/ 232147 h 428470"/>
                <a:gd name="connsiteX12" fmla="*/ 231958 w 428246"/>
                <a:gd name="connsiteY12" fmla="*/ 59245 h 428470"/>
                <a:gd name="connsiteX13" fmla="*/ 59202 w 428246"/>
                <a:gd name="connsiteY13" fmla="*/ 196187 h 428470"/>
                <a:gd name="connsiteX14" fmla="*/ 196034 w 428246"/>
                <a:gd name="connsiteY14" fmla="*/ 369088 h 428470"/>
                <a:gd name="connsiteX15" fmla="*/ 202318 w 428246"/>
                <a:gd name="connsiteY15" fmla="*/ 376135 h 428470"/>
                <a:gd name="connsiteX16" fmla="*/ 195235 w 428246"/>
                <a:gd name="connsiteY16" fmla="*/ 383255 h 428470"/>
                <a:gd name="connsiteX17" fmla="*/ 194399 w 428246"/>
                <a:gd name="connsiteY17" fmla="*/ 383218 h 428470"/>
                <a:gd name="connsiteX18" fmla="*/ 43655 w 428246"/>
                <a:gd name="connsiteY18" fmla="*/ 214022 h 428470"/>
                <a:gd name="connsiteX19" fmla="*/ 213869 w 428246"/>
                <a:gd name="connsiteY19" fmla="*/ 43735 h 428470"/>
                <a:gd name="connsiteX20" fmla="*/ 213869 w 428246"/>
                <a:gd name="connsiteY20" fmla="*/ 43735 h 428470"/>
                <a:gd name="connsiteX21" fmla="*/ 230723 w 428246"/>
                <a:gd name="connsiteY21" fmla="*/ 655 h 428470"/>
                <a:gd name="connsiteX22" fmla="*/ 273367 w 428246"/>
                <a:gd name="connsiteY22" fmla="*/ 8428 h 428470"/>
                <a:gd name="connsiteX23" fmla="*/ 419825 w 428246"/>
                <a:gd name="connsiteY23" fmla="*/ 273556 h 428470"/>
                <a:gd name="connsiteX24" fmla="*/ 419680 w 428246"/>
                <a:gd name="connsiteY24" fmla="*/ 274101 h 428470"/>
                <a:gd name="connsiteX25" fmla="*/ 410708 w 428246"/>
                <a:gd name="connsiteY25" fmla="*/ 278605 h 428470"/>
                <a:gd name="connsiteX26" fmla="*/ 406204 w 428246"/>
                <a:gd name="connsiteY26" fmla="*/ 269633 h 428470"/>
                <a:gd name="connsiteX27" fmla="*/ 408020 w 428246"/>
                <a:gd name="connsiteY27" fmla="*/ 165638 h 428470"/>
                <a:gd name="connsiteX28" fmla="*/ 165522 w 428246"/>
                <a:gd name="connsiteY28" fmla="*/ 20234 h 428470"/>
                <a:gd name="connsiteX29" fmla="*/ 20190 w 428246"/>
                <a:gd name="connsiteY29" fmla="*/ 262877 h 428470"/>
                <a:gd name="connsiteX30" fmla="*/ 222623 w 428246"/>
                <a:gd name="connsiteY30" fmla="*/ 414130 h 428470"/>
                <a:gd name="connsiteX31" fmla="*/ 262688 w 428246"/>
                <a:gd name="connsiteY31" fmla="*/ 408282 h 428470"/>
                <a:gd name="connsiteX32" fmla="*/ 271297 w 428246"/>
                <a:gd name="connsiteY32" fmla="*/ 413440 h 428470"/>
                <a:gd name="connsiteX33" fmla="*/ 266139 w 428246"/>
                <a:gd name="connsiteY33" fmla="*/ 422049 h 428470"/>
                <a:gd name="connsiteX34" fmla="*/ 154879 w 428246"/>
                <a:gd name="connsiteY34" fmla="*/ 420087 h 428470"/>
                <a:gd name="connsiteX35" fmla="*/ 8421 w 428246"/>
                <a:gd name="connsiteY35" fmla="*/ 154995 h 428470"/>
                <a:gd name="connsiteX36" fmla="*/ 230723 w 428246"/>
                <a:gd name="connsiteY36" fmla="*/ 655 h 428470"/>
                <a:gd name="connsiteX37" fmla="*/ 230723 w 428246"/>
                <a:gd name="connsiteY37" fmla="*/ 655 h 428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28246" h="428470">
                  <a:moveTo>
                    <a:pt x="262688" y="408282"/>
                  </a:move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lnTo>
                    <a:pt x="262688" y="408282"/>
                  </a:lnTo>
                  <a:close/>
                  <a:moveTo>
                    <a:pt x="213869" y="43735"/>
                  </a:moveTo>
                  <a:cubicBezTo>
                    <a:pt x="235373" y="43735"/>
                    <a:pt x="256658" y="47840"/>
                    <a:pt x="276637" y="55795"/>
                  </a:cubicBezTo>
                  <a:cubicBezTo>
                    <a:pt x="364032" y="90557"/>
                    <a:pt x="406712" y="189612"/>
                    <a:pt x="371987" y="277044"/>
                  </a:cubicBezTo>
                  <a:cubicBezTo>
                    <a:pt x="371950" y="277080"/>
                    <a:pt x="371950" y="277153"/>
                    <a:pt x="371914" y="277189"/>
                  </a:cubicBezTo>
                  <a:cubicBezTo>
                    <a:pt x="370425" y="280821"/>
                    <a:pt x="366284" y="282528"/>
                    <a:pt x="362652" y="281039"/>
                  </a:cubicBezTo>
                  <a:cubicBezTo>
                    <a:pt x="359019" y="279550"/>
                    <a:pt x="357312" y="275409"/>
                    <a:pt x="358801" y="271777"/>
                  </a:cubicBezTo>
                  <a:cubicBezTo>
                    <a:pt x="363850" y="259063"/>
                    <a:pt x="367228" y="245732"/>
                    <a:pt x="368790" y="232147"/>
                  </a:cubicBezTo>
                  <a:cubicBezTo>
                    <a:pt x="378707" y="146604"/>
                    <a:pt x="317465" y="69198"/>
                    <a:pt x="231958" y="59245"/>
                  </a:cubicBezTo>
                  <a:cubicBezTo>
                    <a:pt x="146488" y="49329"/>
                    <a:pt x="69118" y="110644"/>
                    <a:pt x="59202" y="196187"/>
                  </a:cubicBezTo>
                  <a:cubicBezTo>
                    <a:pt x="49285" y="281729"/>
                    <a:pt x="110527" y="359136"/>
                    <a:pt x="196034" y="369088"/>
                  </a:cubicBezTo>
                  <a:cubicBezTo>
                    <a:pt x="199630" y="369488"/>
                    <a:pt x="202318" y="372539"/>
                    <a:pt x="202318" y="376135"/>
                  </a:cubicBezTo>
                  <a:cubicBezTo>
                    <a:pt x="202318" y="380058"/>
                    <a:pt x="199158" y="383255"/>
                    <a:pt x="195235" y="383255"/>
                  </a:cubicBezTo>
                  <a:cubicBezTo>
                    <a:pt x="194944" y="383255"/>
                    <a:pt x="194690" y="383255"/>
                    <a:pt x="194399" y="383218"/>
                  </a:cubicBezTo>
                  <a:cubicBezTo>
                    <a:pt x="108493" y="373338"/>
                    <a:pt x="43655" y="300545"/>
                    <a:pt x="43655" y="214022"/>
                  </a:cubicBezTo>
                  <a:cubicBezTo>
                    <a:pt x="43691" y="119943"/>
                    <a:pt x="119899" y="43735"/>
                    <a:pt x="213869" y="43735"/>
                  </a:cubicBezTo>
                  <a:lnTo>
                    <a:pt x="213869" y="43735"/>
                  </a:lnTo>
                  <a:close/>
                  <a:moveTo>
                    <a:pt x="230723" y="655"/>
                  </a:moveTo>
                  <a:cubicBezTo>
                    <a:pt x="244889" y="1781"/>
                    <a:pt x="259201" y="4324"/>
                    <a:pt x="273367" y="8428"/>
                  </a:cubicBezTo>
                  <a:cubicBezTo>
                    <a:pt x="386989" y="41156"/>
                    <a:pt x="452553" y="159863"/>
                    <a:pt x="419825" y="273556"/>
                  </a:cubicBezTo>
                  <a:cubicBezTo>
                    <a:pt x="419789" y="273738"/>
                    <a:pt x="419716" y="273920"/>
                    <a:pt x="419680" y="274101"/>
                  </a:cubicBezTo>
                  <a:cubicBezTo>
                    <a:pt x="418445" y="277806"/>
                    <a:pt x="414413" y="279840"/>
                    <a:pt x="410708" y="278605"/>
                  </a:cubicBezTo>
                  <a:cubicBezTo>
                    <a:pt x="407003" y="277370"/>
                    <a:pt x="404969" y="273338"/>
                    <a:pt x="406204" y="269633"/>
                  </a:cubicBezTo>
                  <a:cubicBezTo>
                    <a:pt x="415975" y="235743"/>
                    <a:pt x="416593" y="199855"/>
                    <a:pt x="408020" y="165638"/>
                  </a:cubicBezTo>
                  <a:cubicBezTo>
                    <a:pt x="381177" y="58483"/>
                    <a:pt x="272605" y="-6610"/>
                    <a:pt x="165522" y="20234"/>
                  </a:cubicBezTo>
                  <a:cubicBezTo>
                    <a:pt x="58439" y="47077"/>
                    <a:pt x="-6617" y="155722"/>
                    <a:pt x="20190" y="262877"/>
                  </a:cubicBezTo>
                  <a:cubicBezTo>
                    <a:pt x="43655" y="356629"/>
                    <a:pt x="129743" y="418198"/>
                    <a:pt x="222623" y="414130"/>
                  </a:cubicBezTo>
                  <a:lnTo>
                    <a:pt x="262688" y="408282"/>
                  </a:lnTo>
                  <a:lnTo>
                    <a:pt x="271297" y="413440"/>
                  </a:lnTo>
                  <a:cubicBezTo>
                    <a:pt x="272241" y="417254"/>
                    <a:pt x="269953" y="421104"/>
                    <a:pt x="266139" y="422049"/>
                  </a:cubicBezTo>
                  <a:cubicBezTo>
                    <a:pt x="229524" y="431238"/>
                    <a:pt x="191130" y="430548"/>
                    <a:pt x="154879" y="420087"/>
                  </a:cubicBezTo>
                  <a:cubicBezTo>
                    <a:pt x="41258" y="387359"/>
                    <a:pt x="-24307" y="268653"/>
                    <a:pt x="8421" y="154995"/>
                  </a:cubicBezTo>
                  <a:cubicBezTo>
                    <a:pt x="37044" y="55504"/>
                    <a:pt x="131450" y="-7155"/>
                    <a:pt x="230723" y="655"/>
                  </a:cubicBezTo>
                  <a:lnTo>
                    <a:pt x="230723" y="655"/>
                  </a:lnTo>
                  <a:close/>
                </a:path>
              </a:pathLst>
            </a:custGeom>
            <a:noFill/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wrap="none" anchor="ctr"/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5F3DE7D-5057-9D45-BB2F-21DF2B90B476}"/>
                </a:ext>
              </a:extLst>
            </p:cNvPr>
            <p:cNvSpPr/>
            <p:nvPr userDrawn="1"/>
          </p:nvSpPr>
          <p:spPr>
            <a:xfrm>
              <a:off x="641678" y="750549"/>
              <a:ext cx="74350" cy="7435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6350">
              <a:solidFill>
                <a:srgbClr val="30B8D8"/>
              </a:solidFill>
              <a:miter lim="800000"/>
              <a:headEnd/>
              <a:tailEnd/>
            </a:ln>
            <a:effectLst>
              <a:glow rad="50800"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5" name="文本占位符 46">
            <a:extLst>
              <a:ext uri="{FF2B5EF4-FFF2-40B4-BE49-F238E27FC236}">
                <a16:creationId xmlns:a16="http://schemas.microsoft.com/office/drawing/2014/main" id="{ED03BE71-9568-BB57-5619-AEC2799C0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9" y="2094585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2BB01531-9828-84A5-ADAB-177137BA7E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9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8" name="文本占位符 46">
            <a:extLst>
              <a:ext uri="{FF2B5EF4-FFF2-40B4-BE49-F238E27FC236}">
                <a16:creationId xmlns:a16="http://schemas.microsoft.com/office/drawing/2014/main" id="{07EAFCC8-7598-2654-4D5B-FDF4813479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433" y="2094585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483CE945-55E6-FC2A-E296-4788AA576A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3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2" name="文本占位符 46">
            <a:extLst>
              <a:ext uri="{FF2B5EF4-FFF2-40B4-BE49-F238E27FC236}">
                <a16:creationId xmlns:a16="http://schemas.microsoft.com/office/drawing/2014/main" id="{AC90AFE5-F6D8-BB62-A0D7-7301564786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989" y="4763416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4" name="文本占位符 3">
            <a:extLst>
              <a:ext uri="{FF2B5EF4-FFF2-40B4-BE49-F238E27FC236}">
                <a16:creationId xmlns:a16="http://schemas.microsoft.com/office/drawing/2014/main" id="{7C2035AF-9601-86B1-7B6B-0D321C8C2A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7989" y="4170228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5" name="文本占位符 46">
            <a:extLst>
              <a:ext uri="{FF2B5EF4-FFF2-40B4-BE49-F238E27FC236}">
                <a16:creationId xmlns:a16="http://schemas.microsoft.com/office/drawing/2014/main" id="{4968D356-253D-1C6F-DDAB-93A63694A4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433" y="4763416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E6E6E6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7181A8FA-8907-0D48-B9F8-54807937A3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33" y="4170228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56F7854-D6A3-43CE-A036-22E9C55C31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5084" y="455878"/>
            <a:ext cx="850170" cy="2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35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F4B36BE6-EB74-0015-4370-8AE91B91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097900-22D8-FBD2-234A-DC9FE3ED01D8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25" name="图形 18">
              <a:extLst>
                <a:ext uri="{FF2B5EF4-FFF2-40B4-BE49-F238E27FC236}">
                  <a16:creationId xmlns:a16="http://schemas.microsoft.com/office/drawing/2014/main" id="{A0157363-690C-2ECF-992C-F1E4933B63AB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6901C47-D108-8F1B-B2CD-F8B52CE049CD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B5C7B6F-6518-E201-107C-451F1C6050EF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87CC7C-9E5F-9ACD-EE46-E85381CC8B35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D2B45690-74EB-AA2F-98FF-4DA529F75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FC82B665-92F0-95F0-513B-57F9B1E5FC49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E53A38-E504-00A8-8435-22FFE274DA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159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底部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A1A94E1C-1869-86DA-07EE-7E152712030F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32" name="图形 18">
              <a:extLst>
                <a:ext uri="{FF2B5EF4-FFF2-40B4-BE49-F238E27FC236}">
                  <a16:creationId xmlns:a16="http://schemas.microsoft.com/office/drawing/2014/main" id="{5D148169-5109-FCD5-30DD-3594CA4DFAB6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34" name="任意多边形: 形状 33">
                <a:extLst>
                  <a:ext uri="{FF2B5EF4-FFF2-40B4-BE49-F238E27FC236}">
                    <a16:creationId xmlns:a16="http://schemas.microsoft.com/office/drawing/2014/main" id="{9E104704-EA63-17E2-5FF9-0502C21E0024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: 形状 34">
                <a:extLst>
                  <a:ext uri="{FF2B5EF4-FFF2-40B4-BE49-F238E27FC236}">
                    <a16:creationId xmlns:a16="http://schemas.microsoft.com/office/drawing/2014/main" id="{28B7C7C2-AAA1-3F82-A264-92BA0F51F9E4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BC47ECD-CD68-7D9D-151D-C5A4D9C88C66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77615E6E-980F-66D5-9690-E1A53CD487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443A8E-0ED9-7B2B-4087-8A73E5FEB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0931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DB7F2FE4-A972-4AD9-58DA-C28F63EC14A9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A551AB-21E3-79E4-27C2-180E9CD856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097900-22D8-FBD2-234A-DC9FE3ED01D8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25" name="图形 18">
              <a:extLst>
                <a:ext uri="{FF2B5EF4-FFF2-40B4-BE49-F238E27FC236}">
                  <a16:creationId xmlns:a16="http://schemas.microsoft.com/office/drawing/2014/main" id="{A0157363-690C-2ECF-992C-F1E4933B63AB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6901C47-D108-8F1B-B2CD-F8B52CE049CD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B5C7B6F-6518-E201-107C-451F1C6050EF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87CC7C-9E5F-9ACD-EE46-E85381CC8B35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D2B45690-74EB-AA2F-98FF-4DA529F75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29" name="文本占位符 46">
            <a:extLst>
              <a:ext uri="{FF2B5EF4-FFF2-40B4-BE49-F238E27FC236}">
                <a16:creationId xmlns:a16="http://schemas.microsoft.com/office/drawing/2014/main" id="{338FAD3C-3F8D-C766-A9A5-20CFF0EA43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8" y="2094585"/>
            <a:ext cx="10805571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5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6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127A1E-3B5E-862B-5DDB-CC08000840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8" y="1501397"/>
            <a:ext cx="10805571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1C6A57F-990C-8894-C76B-E29FC9E2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9359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DB7F2FE4-A972-4AD9-58DA-C28F63EC14A9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A551AB-21E3-79E4-27C2-180E9CD856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097900-22D8-FBD2-234A-DC9FE3ED01D8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25" name="图形 18">
              <a:extLst>
                <a:ext uri="{FF2B5EF4-FFF2-40B4-BE49-F238E27FC236}">
                  <a16:creationId xmlns:a16="http://schemas.microsoft.com/office/drawing/2014/main" id="{A0157363-690C-2ECF-992C-F1E4933B63AB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6901C47-D108-8F1B-B2CD-F8B52CE049CD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B5C7B6F-6518-E201-107C-451F1C6050EF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87CC7C-9E5F-9ACD-EE46-E85381CC8B35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D2B45690-74EB-AA2F-98FF-4DA529F75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4" name="文本占位符 46">
            <a:extLst>
              <a:ext uri="{FF2B5EF4-FFF2-40B4-BE49-F238E27FC236}">
                <a16:creationId xmlns:a16="http://schemas.microsoft.com/office/drawing/2014/main" id="{01DC4BE4-0C3E-479A-5239-1D334080F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9" y="2094585"/>
            <a:ext cx="5279856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5E2E5719-7DD2-E183-6DF4-DDCA39BA57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9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9" name="文本占位符 46">
            <a:extLst>
              <a:ext uri="{FF2B5EF4-FFF2-40B4-BE49-F238E27FC236}">
                <a16:creationId xmlns:a16="http://schemas.microsoft.com/office/drawing/2014/main" id="{529C1DC5-8658-8B9C-18D1-E9C3501781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433" y="2094585"/>
            <a:ext cx="5279856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C5113A90-CA11-1B17-309B-EAE670741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3" y="1501397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654E6-549E-E841-5714-36E97E15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064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>
            <a:extLst>
              <a:ext uri="{FF2B5EF4-FFF2-40B4-BE49-F238E27FC236}">
                <a16:creationId xmlns:a16="http://schemas.microsoft.com/office/drawing/2014/main" id="{DB7F2FE4-A972-4AD9-58DA-C28F63EC14A9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A551AB-21E3-79E4-27C2-180E9CD856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097900-22D8-FBD2-234A-DC9FE3ED01D8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25" name="图形 18">
              <a:extLst>
                <a:ext uri="{FF2B5EF4-FFF2-40B4-BE49-F238E27FC236}">
                  <a16:creationId xmlns:a16="http://schemas.microsoft.com/office/drawing/2014/main" id="{A0157363-690C-2ECF-992C-F1E4933B63AB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6901C47-D108-8F1B-B2CD-F8B52CE049CD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B5C7B6F-6518-E201-107C-451F1C6050EF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87CC7C-9E5F-9ACD-EE46-E85381CC8B35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D2B45690-74EB-AA2F-98FF-4DA529F75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11" name="文本占位符 46">
            <a:extLst>
              <a:ext uri="{FF2B5EF4-FFF2-40B4-BE49-F238E27FC236}">
                <a16:creationId xmlns:a16="http://schemas.microsoft.com/office/drawing/2014/main" id="{9C78D2C5-AD95-EE0A-EEE0-F0D92274C8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90" y="2094585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2" name="文本占位符 3">
            <a:extLst>
              <a:ext uri="{FF2B5EF4-FFF2-40B4-BE49-F238E27FC236}">
                <a16:creationId xmlns:a16="http://schemas.microsoft.com/office/drawing/2014/main" id="{5C337A03-AD30-95FF-5A3A-379069D42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90" y="1501397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5" name="文本占位符 46">
            <a:extLst>
              <a:ext uri="{FF2B5EF4-FFF2-40B4-BE49-F238E27FC236}">
                <a16:creationId xmlns:a16="http://schemas.microsoft.com/office/drawing/2014/main" id="{12E9A013-9B6B-05D2-D6FA-EC26A5860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920" y="2094585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6" name="文本占位符 3">
            <a:extLst>
              <a:ext uri="{FF2B5EF4-FFF2-40B4-BE49-F238E27FC236}">
                <a16:creationId xmlns:a16="http://schemas.microsoft.com/office/drawing/2014/main" id="{495E40CD-28E7-B84A-7862-7515CC24D9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7920" y="1501397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7" name="文本占位符 46">
            <a:extLst>
              <a:ext uri="{FF2B5EF4-FFF2-40B4-BE49-F238E27FC236}">
                <a16:creationId xmlns:a16="http://schemas.microsoft.com/office/drawing/2014/main" id="{DFFC8FC2-FFC5-8811-CCFA-996600EDD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11779" y="2087942"/>
            <a:ext cx="3554792" cy="3830288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681C4407-6768-B8B0-5088-C9DFE55250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1779" y="1494754"/>
            <a:ext cx="3554792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E544F2-402C-D5CC-283A-9799A69E5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9852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65097900-22D8-FBD2-234A-DC9FE3ED01D8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25" name="图形 18">
              <a:extLst>
                <a:ext uri="{FF2B5EF4-FFF2-40B4-BE49-F238E27FC236}">
                  <a16:creationId xmlns:a16="http://schemas.microsoft.com/office/drawing/2014/main" id="{A0157363-690C-2ECF-992C-F1E4933B63AB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A6901C47-D108-8F1B-B2CD-F8B52CE049CD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5B5C7B6F-6518-E201-107C-451F1C6050EF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87CC7C-9E5F-9ACD-EE46-E85381CC8B35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D2B45690-74EB-AA2F-98FF-4DA529F75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6" name="文本占位符 46">
            <a:extLst>
              <a:ext uri="{FF2B5EF4-FFF2-40B4-BE49-F238E27FC236}">
                <a16:creationId xmlns:a16="http://schemas.microsoft.com/office/drawing/2014/main" id="{68F17A9B-8EB7-95AD-AEED-B8BC2F36CF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7989" y="1771862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7" name="文本占位符 3">
            <a:extLst>
              <a:ext uri="{FF2B5EF4-FFF2-40B4-BE49-F238E27FC236}">
                <a16:creationId xmlns:a16="http://schemas.microsoft.com/office/drawing/2014/main" id="{F55D7D57-98AC-DA38-C555-6C8A2EE07E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7989" y="1178674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9" name="文本占位符 46">
            <a:extLst>
              <a:ext uri="{FF2B5EF4-FFF2-40B4-BE49-F238E27FC236}">
                <a16:creationId xmlns:a16="http://schemas.microsoft.com/office/drawing/2014/main" id="{2AAD9931-EC55-535F-64D8-7935144852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433" y="1771862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254C591D-4AB2-D3D9-4195-A1BB257825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433" y="1178674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2" name="文本占位符 46">
            <a:extLst>
              <a:ext uri="{FF2B5EF4-FFF2-40B4-BE49-F238E27FC236}">
                <a16:creationId xmlns:a16="http://schemas.microsoft.com/office/drawing/2014/main" id="{487E191F-DEC3-2D0F-DF0E-BFCD61C314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7989" y="4440693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3" name="文本占位符 3">
            <a:extLst>
              <a:ext uri="{FF2B5EF4-FFF2-40B4-BE49-F238E27FC236}">
                <a16:creationId xmlns:a16="http://schemas.microsoft.com/office/drawing/2014/main" id="{51C212BC-CE1C-E6DD-D0AD-D05BA82146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7989" y="3847505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14" name="文本占位符 46">
            <a:extLst>
              <a:ext uri="{FF2B5EF4-FFF2-40B4-BE49-F238E27FC236}">
                <a16:creationId xmlns:a16="http://schemas.microsoft.com/office/drawing/2014/main" id="{97911371-E9AE-B725-8D8F-DDCE827CE48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84433" y="4440693"/>
            <a:ext cx="5279856" cy="174143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5" name="文本占位符 3">
            <a:extLst>
              <a:ext uri="{FF2B5EF4-FFF2-40B4-BE49-F238E27FC236}">
                <a16:creationId xmlns:a16="http://schemas.microsoft.com/office/drawing/2014/main" id="{98C563F5-C389-0953-EDF9-E0DE8AD435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33" y="3847505"/>
            <a:ext cx="5279856" cy="593188"/>
          </a:xfrm>
        </p:spPr>
        <p:txBody>
          <a:bodyPr anchor="ctr"/>
          <a:lstStyle>
            <a:lvl1pPr marL="0" indent="0">
              <a:buNone/>
              <a:defRPr sz="180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FC82B665-92F0-95F0-513B-57F9B1E5FC49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E53A38-E504-00A8-8435-22FFE274DA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E4059B5D-1283-A42A-74B7-AA39FF7A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37370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图文混排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FD41D9-7C48-A27C-83AB-0487F2435CC7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56" name="图形 18">
              <a:extLst>
                <a:ext uri="{FF2B5EF4-FFF2-40B4-BE49-F238E27FC236}">
                  <a16:creationId xmlns:a16="http://schemas.microsoft.com/office/drawing/2014/main" id="{00A89F14-307A-3B8C-44AB-EDB041A83D52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760B6F7B-B96D-6534-3991-E7A03DA6B7F0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12BF9100-B951-4726-AE6E-FC6824A18F13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2EE9217-C524-5277-84D4-8F545A4B4316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61" name="Rectangle 12">
            <a:extLst>
              <a:ext uri="{FF2B5EF4-FFF2-40B4-BE49-F238E27FC236}">
                <a16:creationId xmlns:a16="http://schemas.microsoft.com/office/drawing/2014/main" id="{49635F82-7E1E-8895-AF82-E7185168E09D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DB2D65D0-B969-91CE-68FD-B8C2BC9600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63" name="Rectangle: Rounded Corners 5">
            <a:extLst>
              <a:ext uri="{FF2B5EF4-FFF2-40B4-BE49-F238E27FC236}">
                <a16:creationId xmlns:a16="http://schemas.microsoft.com/office/drawing/2014/main" id="{034ACA1D-F05C-E861-BE33-0A70213385E5}"/>
              </a:ext>
            </a:extLst>
          </p:cNvPr>
          <p:cNvSpPr/>
          <p:nvPr userDrawn="1"/>
        </p:nvSpPr>
        <p:spPr>
          <a:xfrm>
            <a:off x="668269" y="1272597"/>
            <a:ext cx="5293777" cy="4369580"/>
          </a:xfrm>
          <a:prstGeom prst="roundRect">
            <a:avLst>
              <a:gd name="adj" fmla="val 1155"/>
            </a:avLst>
          </a:prstGeom>
          <a:solidFill>
            <a:schemeClr val="bg1"/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文本占位符 46">
            <a:extLst>
              <a:ext uri="{FF2B5EF4-FFF2-40B4-BE49-F238E27FC236}">
                <a16:creationId xmlns:a16="http://schemas.microsoft.com/office/drawing/2014/main" id="{5F746F78-46EE-0858-A0B0-08F17A3CFE2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7829" y="3488610"/>
            <a:ext cx="5281058" cy="1476846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82" name="图片占位符 81">
            <a:extLst>
              <a:ext uri="{FF2B5EF4-FFF2-40B4-BE49-F238E27FC236}">
                <a16:creationId xmlns:a16="http://schemas.microsoft.com/office/drawing/2014/main" id="{8624CE0F-8265-CB33-2FFE-07C3EB73F5CF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69038" y="1726314"/>
            <a:ext cx="5295600" cy="1187451"/>
          </a:xfrm>
          <a:solidFill>
            <a:srgbClr val="274A80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83" name="文本占位符 3">
            <a:extLst>
              <a:ext uri="{FF2B5EF4-FFF2-40B4-BE49-F238E27FC236}">
                <a16:creationId xmlns:a16="http://schemas.microsoft.com/office/drawing/2014/main" id="{10F0FAC9-47BD-3916-F46C-6FEC0F7496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031" y="2168051"/>
            <a:ext cx="5279856" cy="593188"/>
          </a:xfrm>
          <a:noFill/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33670273-16E2-A4B4-EE06-87D83A3476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EEB34F2-C782-50C8-5271-3B787152F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: Rounded Corners 5">
            <a:extLst>
              <a:ext uri="{FF2B5EF4-FFF2-40B4-BE49-F238E27FC236}">
                <a16:creationId xmlns:a16="http://schemas.microsoft.com/office/drawing/2014/main" id="{F5E73F29-420B-5CDB-45D3-C06C1534425C}"/>
              </a:ext>
            </a:extLst>
          </p:cNvPr>
          <p:cNvSpPr/>
          <p:nvPr userDrawn="1"/>
        </p:nvSpPr>
        <p:spPr>
          <a:xfrm>
            <a:off x="6188841" y="1272597"/>
            <a:ext cx="5293777" cy="4369580"/>
          </a:xfrm>
          <a:prstGeom prst="roundRect">
            <a:avLst>
              <a:gd name="adj" fmla="val 1155"/>
            </a:avLst>
          </a:prstGeom>
          <a:solidFill>
            <a:schemeClr val="bg1"/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本占位符 46">
            <a:extLst>
              <a:ext uri="{FF2B5EF4-FFF2-40B4-BE49-F238E27FC236}">
                <a16:creationId xmlns:a16="http://schemas.microsoft.com/office/drawing/2014/main" id="{0E757601-BB7E-1A9A-0F2F-3A30459F2F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8401" y="3488610"/>
            <a:ext cx="5281058" cy="1476846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图片占位符 81">
            <a:extLst>
              <a:ext uri="{FF2B5EF4-FFF2-40B4-BE49-F238E27FC236}">
                <a16:creationId xmlns:a16="http://schemas.microsoft.com/office/drawing/2014/main" id="{17367F01-C0BF-BB46-7C83-9DBAA4EA8B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89610" y="1726314"/>
            <a:ext cx="5295600" cy="1187451"/>
          </a:xfrm>
          <a:solidFill>
            <a:srgbClr val="274A80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4BA4F098-E3C4-163B-0185-D7AEB13861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9603" y="2168051"/>
            <a:ext cx="5279856" cy="593188"/>
          </a:xfrm>
          <a:noFill/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</p:spTree>
    <p:extLst>
      <p:ext uri="{BB962C8B-B14F-4D97-AF65-F5344CB8AC3E}">
        <p14:creationId xmlns:p14="http://schemas.microsoft.com/office/powerpoint/2010/main" val="31355960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图文混排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FD41D9-7C48-A27C-83AB-0487F2435CC7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56" name="图形 18">
              <a:extLst>
                <a:ext uri="{FF2B5EF4-FFF2-40B4-BE49-F238E27FC236}">
                  <a16:creationId xmlns:a16="http://schemas.microsoft.com/office/drawing/2014/main" id="{00A89F14-307A-3B8C-44AB-EDB041A83D52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760B6F7B-B96D-6534-3991-E7A03DA6B7F0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12BF9100-B951-4726-AE6E-FC6824A18F13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2EE9217-C524-5277-84D4-8F545A4B4316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61" name="Rectangle 12">
            <a:extLst>
              <a:ext uri="{FF2B5EF4-FFF2-40B4-BE49-F238E27FC236}">
                <a16:creationId xmlns:a16="http://schemas.microsoft.com/office/drawing/2014/main" id="{49635F82-7E1E-8895-AF82-E7185168E09D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DB2D65D0-B969-91CE-68FD-B8C2BC9600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63" name="Rectangle: Rounded Corners 5">
            <a:extLst>
              <a:ext uri="{FF2B5EF4-FFF2-40B4-BE49-F238E27FC236}">
                <a16:creationId xmlns:a16="http://schemas.microsoft.com/office/drawing/2014/main" id="{034ACA1D-F05C-E861-BE33-0A70213385E5}"/>
              </a:ext>
            </a:extLst>
          </p:cNvPr>
          <p:cNvSpPr/>
          <p:nvPr userDrawn="1"/>
        </p:nvSpPr>
        <p:spPr>
          <a:xfrm>
            <a:off x="668269" y="1580484"/>
            <a:ext cx="3275437" cy="4369580"/>
          </a:xfrm>
          <a:prstGeom prst="roundRect">
            <a:avLst>
              <a:gd name="adj" fmla="val 1155"/>
            </a:avLst>
          </a:prstGeom>
          <a:solidFill>
            <a:schemeClr val="bg1"/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文本占位符 46">
            <a:extLst>
              <a:ext uri="{FF2B5EF4-FFF2-40B4-BE49-F238E27FC236}">
                <a16:creationId xmlns:a16="http://schemas.microsoft.com/office/drawing/2014/main" id="{5F746F78-46EE-0858-A0B0-08F17A3CFE2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7829" y="4760731"/>
            <a:ext cx="3267567" cy="90121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</p:txBody>
      </p:sp>
      <p:sp>
        <p:nvSpPr>
          <p:cNvPr id="82" name="图片占位符 81">
            <a:extLst>
              <a:ext uri="{FF2B5EF4-FFF2-40B4-BE49-F238E27FC236}">
                <a16:creationId xmlns:a16="http://schemas.microsoft.com/office/drawing/2014/main" id="{8624CE0F-8265-CB33-2FFE-07C3EB73F5CF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69038" y="1550027"/>
            <a:ext cx="3276565" cy="2242232"/>
          </a:xfrm>
          <a:solidFill>
            <a:srgbClr val="274A80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83" name="文本占位符 3">
            <a:extLst>
              <a:ext uri="{FF2B5EF4-FFF2-40B4-BE49-F238E27FC236}">
                <a16:creationId xmlns:a16="http://schemas.microsoft.com/office/drawing/2014/main" id="{10F0FAC9-47BD-3916-F46C-6FEC0F7496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894" y="3855911"/>
            <a:ext cx="3266823" cy="5931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33670273-16E2-A4B4-EE06-87D83A3476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2" name="Rectangle: Rounded Corners 5">
            <a:extLst>
              <a:ext uri="{FF2B5EF4-FFF2-40B4-BE49-F238E27FC236}">
                <a16:creationId xmlns:a16="http://schemas.microsoft.com/office/drawing/2014/main" id="{4F5EF373-AA7F-373D-030F-7E2EC982A37B}"/>
              </a:ext>
            </a:extLst>
          </p:cNvPr>
          <p:cNvSpPr/>
          <p:nvPr userDrawn="1"/>
        </p:nvSpPr>
        <p:spPr>
          <a:xfrm>
            <a:off x="4567169" y="1572600"/>
            <a:ext cx="3275437" cy="4369580"/>
          </a:xfrm>
          <a:prstGeom prst="roundRect">
            <a:avLst>
              <a:gd name="adj" fmla="val 1155"/>
            </a:avLst>
          </a:prstGeom>
          <a:solidFill>
            <a:schemeClr val="bg1"/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占位符 46">
            <a:extLst>
              <a:ext uri="{FF2B5EF4-FFF2-40B4-BE49-F238E27FC236}">
                <a16:creationId xmlns:a16="http://schemas.microsoft.com/office/drawing/2014/main" id="{0E55B80C-BF22-1041-9BC1-4015F37FF6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66729" y="4752847"/>
            <a:ext cx="3267567" cy="90121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</p:txBody>
      </p:sp>
      <p:sp>
        <p:nvSpPr>
          <p:cNvPr id="4" name="图片占位符 81">
            <a:extLst>
              <a:ext uri="{FF2B5EF4-FFF2-40B4-BE49-F238E27FC236}">
                <a16:creationId xmlns:a16="http://schemas.microsoft.com/office/drawing/2014/main" id="{648EB414-AE0B-E02D-165D-FF85CB04E7E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57052" y="1542143"/>
            <a:ext cx="3276565" cy="2242232"/>
          </a:xfrm>
          <a:solidFill>
            <a:srgbClr val="274A80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8816A3E8-6F43-7149-DB43-42E6C9D4F9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6794" y="3848027"/>
            <a:ext cx="3266823" cy="5931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单击此处编辑内容标题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2F305B-3CE5-0F0F-D8E6-647BDFCC6AAC}"/>
              </a:ext>
            </a:extLst>
          </p:cNvPr>
          <p:cNvSpPr/>
          <p:nvPr userDrawn="1"/>
        </p:nvSpPr>
        <p:spPr>
          <a:xfrm>
            <a:off x="8258413" y="1567543"/>
            <a:ext cx="3275437" cy="4369580"/>
          </a:xfrm>
          <a:prstGeom prst="roundRect">
            <a:avLst>
              <a:gd name="adj" fmla="val 1155"/>
            </a:avLst>
          </a:prstGeom>
          <a:solidFill>
            <a:schemeClr val="bg1"/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占位符 46">
            <a:extLst>
              <a:ext uri="{FF2B5EF4-FFF2-40B4-BE49-F238E27FC236}">
                <a16:creationId xmlns:a16="http://schemas.microsoft.com/office/drawing/2014/main" id="{8943194F-DF05-8144-C69A-A1CDA35871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57973" y="4747790"/>
            <a:ext cx="3267567" cy="901215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</p:txBody>
      </p:sp>
      <p:sp>
        <p:nvSpPr>
          <p:cNvPr id="8" name="图片占位符 81">
            <a:extLst>
              <a:ext uri="{FF2B5EF4-FFF2-40B4-BE49-F238E27FC236}">
                <a16:creationId xmlns:a16="http://schemas.microsoft.com/office/drawing/2014/main" id="{1CAA11EC-2381-D268-2D3B-0E22E44176D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48296" y="1537086"/>
            <a:ext cx="3276565" cy="2242232"/>
          </a:xfrm>
          <a:solidFill>
            <a:srgbClr val="274A80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CEDE1CB9-1E9A-AE8A-ED5A-1EC597E4DA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58038" y="3842970"/>
            <a:ext cx="3266823" cy="5931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单击此处编辑内容标题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5DECD8A-B1F4-7D4E-B4BE-8DAEAA1D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63898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_白底图文混排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1DDEBC-CF11-F945-07F1-39ADA3843A4F}"/>
              </a:ext>
            </a:extLst>
          </p:cNvPr>
          <p:cNvSpPr/>
          <p:nvPr userDrawn="1"/>
        </p:nvSpPr>
        <p:spPr>
          <a:xfrm>
            <a:off x="550409" y="1709198"/>
            <a:ext cx="2531654" cy="4141447"/>
          </a:xfrm>
          <a:prstGeom prst="roundRect">
            <a:avLst>
              <a:gd name="adj" fmla="val 3736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 w="12700" cap="flat">
            <a:solidFill>
              <a:srgbClr val="FFFFFF"/>
            </a:solidFill>
            <a:prstDash val="solid"/>
            <a:miter/>
          </a:ln>
          <a:effectLst>
            <a:outerShdw blurRad="571500" dist="254000" dir="5400000" algn="t" rotWithShape="0">
              <a:schemeClr val="bg1">
                <a:lumMod val="50000"/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Normal"/>
            </a:endParaRPr>
          </a:p>
        </p:txBody>
      </p:sp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55530CDA-B379-3823-9344-FD8E96FA2E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5136" y="2429711"/>
            <a:ext cx="2362200" cy="1815261"/>
          </a:xfrm>
          <a:custGeom>
            <a:avLst/>
            <a:gdLst>
              <a:gd name="connsiteX0" fmla="*/ 166418 w 2087010"/>
              <a:gd name="connsiteY0" fmla="*/ 0 h 2374268"/>
              <a:gd name="connsiteX1" fmla="*/ 1920592 w 2087010"/>
              <a:gd name="connsiteY1" fmla="*/ 0 h 2374268"/>
              <a:gd name="connsiteX2" fmla="*/ 2087010 w 2087010"/>
              <a:gd name="connsiteY2" fmla="*/ 166418 h 2374268"/>
              <a:gd name="connsiteX3" fmla="*/ 2087010 w 2087010"/>
              <a:gd name="connsiteY3" fmla="*/ 2207850 h 2374268"/>
              <a:gd name="connsiteX4" fmla="*/ 1920592 w 2087010"/>
              <a:gd name="connsiteY4" fmla="*/ 2374268 h 2374268"/>
              <a:gd name="connsiteX5" fmla="*/ 166418 w 2087010"/>
              <a:gd name="connsiteY5" fmla="*/ 2374268 h 2374268"/>
              <a:gd name="connsiteX6" fmla="*/ 0 w 2087010"/>
              <a:gd name="connsiteY6" fmla="*/ 2207850 h 2374268"/>
              <a:gd name="connsiteX7" fmla="*/ 0 w 2087010"/>
              <a:gd name="connsiteY7" fmla="*/ 166418 h 2374268"/>
              <a:gd name="connsiteX8" fmla="*/ 166418 w 2087010"/>
              <a:gd name="connsiteY8" fmla="*/ 0 h 237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7010" h="2374268">
                <a:moveTo>
                  <a:pt x="166418" y="0"/>
                </a:moveTo>
                <a:lnTo>
                  <a:pt x="1920592" y="0"/>
                </a:lnTo>
                <a:cubicBezTo>
                  <a:pt x="2012502" y="0"/>
                  <a:pt x="2087010" y="74508"/>
                  <a:pt x="2087010" y="166418"/>
                </a:cubicBezTo>
                <a:lnTo>
                  <a:pt x="2087010" y="2207850"/>
                </a:lnTo>
                <a:cubicBezTo>
                  <a:pt x="2087010" y="2299760"/>
                  <a:pt x="2012502" y="2374268"/>
                  <a:pt x="1920592" y="2374268"/>
                </a:cubicBezTo>
                <a:lnTo>
                  <a:pt x="166418" y="2374268"/>
                </a:lnTo>
                <a:cubicBezTo>
                  <a:pt x="74508" y="2374268"/>
                  <a:pt x="0" y="2299760"/>
                  <a:pt x="0" y="2207850"/>
                </a:cubicBezTo>
                <a:lnTo>
                  <a:pt x="0" y="166418"/>
                </a:lnTo>
                <a:cubicBezTo>
                  <a:pt x="0" y="74508"/>
                  <a:pt x="74508" y="0"/>
                  <a:pt x="166418" y="0"/>
                </a:cubicBezTo>
                <a:close/>
              </a:path>
            </a:pathLst>
          </a:custGeom>
          <a:solidFill>
            <a:schemeClr val="bg1">
              <a:lumMod val="75000"/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14" name="文本占位符 46">
            <a:extLst>
              <a:ext uri="{FF2B5EF4-FFF2-40B4-BE49-F238E27FC236}">
                <a16:creationId xmlns:a16="http://schemas.microsoft.com/office/drawing/2014/main" id="{F0C14F84-3523-2590-3B87-15F7835003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381" y="4623759"/>
            <a:ext cx="2325711" cy="1037442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lang="zh-CN" altLang="en-US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 algn="ctr">
              <a:lnSpc>
                <a:spcPct val="12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0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285750" marR="0" lvl="0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4EC6B87-EEA3-4A2E-A554-197A75613F32}"/>
              </a:ext>
            </a:extLst>
          </p:cNvPr>
          <p:cNvSpPr/>
          <p:nvPr userDrawn="1"/>
        </p:nvSpPr>
        <p:spPr>
          <a:xfrm>
            <a:off x="635136" y="1709198"/>
            <a:ext cx="2446927" cy="479212"/>
          </a:xfrm>
          <a:prstGeom prst="roundRect">
            <a:avLst>
              <a:gd name="adj" fmla="val 19900"/>
            </a:avLst>
          </a:prstGeom>
          <a:solidFill>
            <a:srgbClr val="274A80"/>
          </a:solidFill>
          <a:ln w="12700" cap="flat" cmpd="sng" algn="ctr"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2700000" scaled="0"/>
            </a:gradFill>
            <a:prstDash val="solid"/>
          </a:ln>
          <a:effectLst>
            <a:outerShdw blurRad="317500" dist="152400" dir="5400000" sx="90000" sy="90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Semibold"/>
              <a:ea typeface="MiSans Semibold"/>
              <a:cs typeface="+mn-cs"/>
            </a:endParaRPr>
          </a:p>
        </p:txBody>
      </p:sp>
      <p:sp>
        <p:nvSpPr>
          <p:cNvPr id="23" name="文本占位符 3">
            <a:extLst>
              <a:ext uri="{FF2B5EF4-FFF2-40B4-BE49-F238E27FC236}">
                <a16:creationId xmlns:a16="http://schemas.microsoft.com/office/drawing/2014/main" id="{F45E73B2-C5F6-49BB-C2A6-2F37EE7B2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06801" y="1651100"/>
            <a:ext cx="1491870" cy="593188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内容标题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46DED1E-1688-6D64-1C8E-2AA1E6576484}"/>
              </a:ext>
            </a:extLst>
          </p:cNvPr>
          <p:cNvSpPr/>
          <p:nvPr userDrawn="1"/>
        </p:nvSpPr>
        <p:spPr>
          <a:xfrm>
            <a:off x="3477065" y="1709198"/>
            <a:ext cx="2531654" cy="4141447"/>
          </a:xfrm>
          <a:prstGeom prst="roundRect">
            <a:avLst>
              <a:gd name="adj" fmla="val 3736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 w="12700" cap="flat">
            <a:solidFill>
              <a:srgbClr val="FFFFFF"/>
            </a:solidFill>
            <a:prstDash val="solid"/>
            <a:miter/>
          </a:ln>
          <a:effectLst>
            <a:outerShdw blurRad="571500" dist="254000" dir="5400000" algn="t" rotWithShape="0">
              <a:schemeClr val="bg1">
                <a:lumMod val="50000"/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Normal"/>
            </a:endParaRPr>
          </a:p>
        </p:txBody>
      </p:sp>
      <p:sp>
        <p:nvSpPr>
          <p:cNvPr id="40" name="Picture Placeholder 23">
            <a:extLst>
              <a:ext uri="{FF2B5EF4-FFF2-40B4-BE49-F238E27FC236}">
                <a16:creationId xmlns:a16="http://schemas.microsoft.com/office/drawing/2014/main" id="{63CAD5FA-5366-E5D3-7A10-105D8F709AC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61792" y="2429711"/>
            <a:ext cx="2362200" cy="1815261"/>
          </a:xfrm>
          <a:custGeom>
            <a:avLst/>
            <a:gdLst>
              <a:gd name="connsiteX0" fmla="*/ 166418 w 2087010"/>
              <a:gd name="connsiteY0" fmla="*/ 0 h 2374268"/>
              <a:gd name="connsiteX1" fmla="*/ 1920592 w 2087010"/>
              <a:gd name="connsiteY1" fmla="*/ 0 h 2374268"/>
              <a:gd name="connsiteX2" fmla="*/ 2087010 w 2087010"/>
              <a:gd name="connsiteY2" fmla="*/ 166418 h 2374268"/>
              <a:gd name="connsiteX3" fmla="*/ 2087010 w 2087010"/>
              <a:gd name="connsiteY3" fmla="*/ 2207850 h 2374268"/>
              <a:gd name="connsiteX4" fmla="*/ 1920592 w 2087010"/>
              <a:gd name="connsiteY4" fmla="*/ 2374268 h 2374268"/>
              <a:gd name="connsiteX5" fmla="*/ 166418 w 2087010"/>
              <a:gd name="connsiteY5" fmla="*/ 2374268 h 2374268"/>
              <a:gd name="connsiteX6" fmla="*/ 0 w 2087010"/>
              <a:gd name="connsiteY6" fmla="*/ 2207850 h 2374268"/>
              <a:gd name="connsiteX7" fmla="*/ 0 w 2087010"/>
              <a:gd name="connsiteY7" fmla="*/ 166418 h 2374268"/>
              <a:gd name="connsiteX8" fmla="*/ 166418 w 2087010"/>
              <a:gd name="connsiteY8" fmla="*/ 0 h 237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7010" h="2374268">
                <a:moveTo>
                  <a:pt x="166418" y="0"/>
                </a:moveTo>
                <a:lnTo>
                  <a:pt x="1920592" y="0"/>
                </a:lnTo>
                <a:cubicBezTo>
                  <a:pt x="2012502" y="0"/>
                  <a:pt x="2087010" y="74508"/>
                  <a:pt x="2087010" y="166418"/>
                </a:cubicBezTo>
                <a:lnTo>
                  <a:pt x="2087010" y="2207850"/>
                </a:lnTo>
                <a:cubicBezTo>
                  <a:pt x="2087010" y="2299760"/>
                  <a:pt x="2012502" y="2374268"/>
                  <a:pt x="1920592" y="2374268"/>
                </a:cubicBezTo>
                <a:lnTo>
                  <a:pt x="166418" y="2374268"/>
                </a:lnTo>
                <a:cubicBezTo>
                  <a:pt x="74508" y="2374268"/>
                  <a:pt x="0" y="2299760"/>
                  <a:pt x="0" y="2207850"/>
                </a:cubicBezTo>
                <a:lnTo>
                  <a:pt x="0" y="166418"/>
                </a:lnTo>
                <a:cubicBezTo>
                  <a:pt x="0" y="74508"/>
                  <a:pt x="74508" y="0"/>
                  <a:pt x="166418" y="0"/>
                </a:cubicBezTo>
                <a:close/>
              </a:path>
            </a:pathLst>
          </a:custGeom>
          <a:solidFill>
            <a:schemeClr val="bg1">
              <a:lumMod val="75000"/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41" name="文本占位符 46">
            <a:extLst>
              <a:ext uri="{FF2B5EF4-FFF2-40B4-BE49-F238E27FC236}">
                <a16:creationId xmlns:a16="http://schemas.microsoft.com/office/drawing/2014/main" id="{BC46CA4C-621C-5385-785A-13E34B311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0037" y="4623759"/>
            <a:ext cx="2325711" cy="1037442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lang="zh-CN" altLang="en-US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 algn="ctr">
              <a:lnSpc>
                <a:spcPct val="12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0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285750" marR="0" lvl="0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D4EDE2-3A3B-E352-4914-F376F7506EDE}"/>
              </a:ext>
            </a:extLst>
          </p:cNvPr>
          <p:cNvSpPr/>
          <p:nvPr userDrawn="1"/>
        </p:nvSpPr>
        <p:spPr>
          <a:xfrm>
            <a:off x="3561792" y="1709198"/>
            <a:ext cx="2446927" cy="479212"/>
          </a:xfrm>
          <a:prstGeom prst="roundRect">
            <a:avLst>
              <a:gd name="adj" fmla="val 19900"/>
            </a:avLst>
          </a:prstGeom>
          <a:solidFill>
            <a:srgbClr val="274A80"/>
          </a:solidFill>
          <a:ln w="12700" cap="flat" cmpd="sng" algn="ctr"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2700000" scaled="0"/>
            </a:gradFill>
            <a:prstDash val="solid"/>
          </a:ln>
          <a:effectLst>
            <a:outerShdw blurRad="317500" dist="152400" dir="5400000" sx="90000" sy="90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Semibold"/>
              <a:ea typeface="MiSans Semibold"/>
            </a:endParaRPr>
          </a:p>
        </p:txBody>
      </p:sp>
      <p:sp>
        <p:nvSpPr>
          <p:cNvPr id="43" name="文本占位符 3">
            <a:extLst>
              <a:ext uri="{FF2B5EF4-FFF2-40B4-BE49-F238E27FC236}">
                <a16:creationId xmlns:a16="http://schemas.microsoft.com/office/drawing/2014/main" id="{89BCF6DB-7ABA-7B4A-B3A0-6366DFA7A1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33457" y="1651100"/>
            <a:ext cx="1491870" cy="593188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内容标题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E91CE80-AC26-B72D-C103-E8E94948E933}"/>
              </a:ext>
            </a:extLst>
          </p:cNvPr>
          <p:cNvSpPr/>
          <p:nvPr userDrawn="1"/>
        </p:nvSpPr>
        <p:spPr>
          <a:xfrm>
            <a:off x="6404443" y="1709198"/>
            <a:ext cx="2531654" cy="4141447"/>
          </a:xfrm>
          <a:prstGeom prst="roundRect">
            <a:avLst>
              <a:gd name="adj" fmla="val 3736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 w="12700" cap="flat">
            <a:solidFill>
              <a:srgbClr val="FFFFFF"/>
            </a:solidFill>
            <a:prstDash val="solid"/>
            <a:miter/>
          </a:ln>
          <a:effectLst>
            <a:outerShdw blurRad="571500" dist="254000" dir="5400000" algn="t" rotWithShape="0">
              <a:schemeClr val="bg1">
                <a:lumMod val="50000"/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Normal"/>
            </a:endParaRP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53648FAA-A8B7-F4DF-6ECD-4C11FC465A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89170" y="2429711"/>
            <a:ext cx="2362200" cy="1815261"/>
          </a:xfrm>
          <a:custGeom>
            <a:avLst/>
            <a:gdLst>
              <a:gd name="connsiteX0" fmla="*/ 166418 w 2087010"/>
              <a:gd name="connsiteY0" fmla="*/ 0 h 2374268"/>
              <a:gd name="connsiteX1" fmla="*/ 1920592 w 2087010"/>
              <a:gd name="connsiteY1" fmla="*/ 0 h 2374268"/>
              <a:gd name="connsiteX2" fmla="*/ 2087010 w 2087010"/>
              <a:gd name="connsiteY2" fmla="*/ 166418 h 2374268"/>
              <a:gd name="connsiteX3" fmla="*/ 2087010 w 2087010"/>
              <a:gd name="connsiteY3" fmla="*/ 2207850 h 2374268"/>
              <a:gd name="connsiteX4" fmla="*/ 1920592 w 2087010"/>
              <a:gd name="connsiteY4" fmla="*/ 2374268 h 2374268"/>
              <a:gd name="connsiteX5" fmla="*/ 166418 w 2087010"/>
              <a:gd name="connsiteY5" fmla="*/ 2374268 h 2374268"/>
              <a:gd name="connsiteX6" fmla="*/ 0 w 2087010"/>
              <a:gd name="connsiteY6" fmla="*/ 2207850 h 2374268"/>
              <a:gd name="connsiteX7" fmla="*/ 0 w 2087010"/>
              <a:gd name="connsiteY7" fmla="*/ 166418 h 2374268"/>
              <a:gd name="connsiteX8" fmla="*/ 166418 w 2087010"/>
              <a:gd name="connsiteY8" fmla="*/ 0 h 237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7010" h="2374268">
                <a:moveTo>
                  <a:pt x="166418" y="0"/>
                </a:moveTo>
                <a:lnTo>
                  <a:pt x="1920592" y="0"/>
                </a:lnTo>
                <a:cubicBezTo>
                  <a:pt x="2012502" y="0"/>
                  <a:pt x="2087010" y="74508"/>
                  <a:pt x="2087010" y="166418"/>
                </a:cubicBezTo>
                <a:lnTo>
                  <a:pt x="2087010" y="2207850"/>
                </a:lnTo>
                <a:cubicBezTo>
                  <a:pt x="2087010" y="2299760"/>
                  <a:pt x="2012502" y="2374268"/>
                  <a:pt x="1920592" y="2374268"/>
                </a:cubicBezTo>
                <a:lnTo>
                  <a:pt x="166418" y="2374268"/>
                </a:lnTo>
                <a:cubicBezTo>
                  <a:pt x="74508" y="2374268"/>
                  <a:pt x="0" y="2299760"/>
                  <a:pt x="0" y="2207850"/>
                </a:cubicBezTo>
                <a:lnTo>
                  <a:pt x="0" y="166418"/>
                </a:lnTo>
                <a:cubicBezTo>
                  <a:pt x="0" y="74508"/>
                  <a:pt x="74508" y="0"/>
                  <a:pt x="166418" y="0"/>
                </a:cubicBezTo>
                <a:close/>
              </a:path>
            </a:pathLst>
          </a:custGeom>
          <a:solidFill>
            <a:schemeClr val="bg1">
              <a:lumMod val="75000"/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46" name="文本占位符 46">
            <a:extLst>
              <a:ext uri="{FF2B5EF4-FFF2-40B4-BE49-F238E27FC236}">
                <a16:creationId xmlns:a16="http://schemas.microsoft.com/office/drawing/2014/main" id="{09540700-EEB0-7DB2-6F32-EA8ED8B766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07415" y="4623759"/>
            <a:ext cx="2325711" cy="1037442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lang="zh-CN" altLang="en-US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 algn="ctr">
              <a:lnSpc>
                <a:spcPct val="12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0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285750" marR="0" lvl="0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0DF0DB5-C0B0-5F39-FC0C-42A6753E8FBE}"/>
              </a:ext>
            </a:extLst>
          </p:cNvPr>
          <p:cNvSpPr/>
          <p:nvPr userDrawn="1"/>
        </p:nvSpPr>
        <p:spPr>
          <a:xfrm>
            <a:off x="6489170" y="1709198"/>
            <a:ext cx="2446927" cy="479212"/>
          </a:xfrm>
          <a:prstGeom prst="roundRect">
            <a:avLst>
              <a:gd name="adj" fmla="val 19900"/>
            </a:avLst>
          </a:prstGeom>
          <a:solidFill>
            <a:srgbClr val="274A80"/>
          </a:solidFill>
          <a:ln w="12700" cap="flat" cmpd="sng" algn="ctr"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2700000" scaled="0"/>
            </a:gradFill>
            <a:prstDash val="solid"/>
          </a:ln>
          <a:effectLst>
            <a:outerShdw blurRad="317500" dist="152400" dir="5400000" sx="90000" sy="90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Semibold"/>
              <a:ea typeface="MiSans Semibold"/>
            </a:endParaRPr>
          </a:p>
        </p:txBody>
      </p:sp>
      <p:sp>
        <p:nvSpPr>
          <p:cNvPr id="48" name="文本占位符 3">
            <a:extLst>
              <a:ext uri="{FF2B5EF4-FFF2-40B4-BE49-F238E27FC236}">
                <a16:creationId xmlns:a16="http://schemas.microsoft.com/office/drawing/2014/main" id="{4733C18E-26C4-AD42-5B12-44E3E2CD7A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60835" y="1651100"/>
            <a:ext cx="1491870" cy="593188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内容标题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E8EA6C7-89F2-A967-67EB-AE4A53DCF73C}"/>
              </a:ext>
            </a:extLst>
          </p:cNvPr>
          <p:cNvSpPr/>
          <p:nvPr userDrawn="1"/>
        </p:nvSpPr>
        <p:spPr>
          <a:xfrm>
            <a:off x="9335460" y="1709198"/>
            <a:ext cx="2531654" cy="4141447"/>
          </a:xfrm>
          <a:prstGeom prst="roundRect">
            <a:avLst>
              <a:gd name="adj" fmla="val 3736"/>
            </a:avLst>
          </a:prstGeom>
          <a:gradFill>
            <a:gsLst>
              <a:gs pos="0">
                <a:srgbClr val="FFFFFF">
                  <a:alpha val="50000"/>
                </a:srgbClr>
              </a:gs>
              <a:gs pos="100000">
                <a:srgbClr val="FFFFFF"/>
              </a:gs>
            </a:gsLst>
            <a:lin ang="5400000" scaled="1"/>
          </a:gradFill>
          <a:ln w="12700" cap="flat">
            <a:solidFill>
              <a:srgbClr val="FFFFFF"/>
            </a:solidFill>
            <a:prstDash val="solid"/>
            <a:miter/>
          </a:ln>
          <a:effectLst>
            <a:outerShdw blurRad="571500" dist="254000" dir="5400000" algn="t" rotWithShape="0">
              <a:schemeClr val="bg1">
                <a:lumMod val="50000"/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Sans Normal"/>
            </a:endParaRPr>
          </a:p>
        </p:txBody>
      </p:sp>
      <p:sp>
        <p:nvSpPr>
          <p:cNvPr id="50" name="Picture Placeholder 23">
            <a:extLst>
              <a:ext uri="{FF2B5EF4-FFF2-40B4-BE49-F238E27FC236}">
                <a16:creationId xmlns:a16="http://schemas.microsoft.com/office/drawing/2014/main" id="{D1BDB99B-2824-92BE-D653-FB4B5DED028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420187" y="2429711"/>
            <a:ext cx="2362200" cy="1815261"/>
          </a:xfrm>
          <a:custGeom>
            <a:avLst/>
            <a:gdLst>
              <a:gd name="connsiteX0" fmla="*/ 166418 w 2087010"/>
              <a:gd name="connsiteY0" fmla="*/ 0 h 2374268"/>
              <a:gd name="connsiteX1" fmla="*/ 1920592 w 2087010"/>
              <a:gd name="connsiteY1" fmla="*/ 0 h 2374268"/>
              <a:gd name="connsiteX2" fmla="*/ 2087010 w 2087010"/>
              <a:gd name="connsiteY2" fmla="*/ 166418 h 2374268"/>
              <a:gd name="connsiteX3" fmla="*/ 2087010 w 2087010"/>
              <a:gd name="connsiteY3" fmla="*/ 2207850 h 2374268"/>
              <a:gd name="connsiteX4" fmla="*/ 1920592 w 2087010"/>
              <a:gd name="connsiteY4" fmla="*/ 2374268 h 2374268"/>
              <a:gd name="connsiteX5" fmla="*/ 166418 w 2087010"/>
              <a:gd name="connsiteY5" fmla="*/ 2374268 h 2374268"/>
              <a:gd name="connsiteX6" fmla="*/ 0 w 2087010"/>
              <a:gd name="connsiteY6" fmla="*/ 2207850 h 2374268"/>
              <a:gd name="connsiteX7" fmla="*/ 0 w 2087010"/>
              <a:gd name="connsiteY7" fmla="*/ 166418 h 2374268"/>
              <a:gd name="connsiteX8" fmla="*/ 166418 w 2087010"/>
              <a:gd name="connsiteY8" fmla="*/ 0 h 2374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7010" h="2374268">
                <a:moveTo>
                  <a:pt x="166418" y="0"/>
                </a:moveTo>
                <a:lnTo>
                  <a:pt x="1920592" y="0"/>
                </a:lnTo>
                <a:cubicBezTo>
                  <a:pt x="2012502" y="0"/>
                  <a:pt x="2087010" y="74508"/>
                  <a:pt x="2087010" y="166418"/>
                </a:cubicBezTo>
                <a:lnTo>
                  <a:pt x="2087010" y="2207850"/>
                </a:lnTo>
                <a:cubicBezTo>
                  <a:pt x="2087010" y="2299760"/>
                  <a:pt x="2012502" y="2374268"/>
                  <a:pt x="1920592" y="2374268"/>
                </a:cubicBezTo>
                <a:lnTo>
                  <a:pt x="166418" y="2374268"/>
                </a:lnTo>
                <a:cubicBezTo>
                  <a:pt x="74508" y="2374268"/>
                  <a:pt x="0" y="2299760"/>
                  <a:pt x="0" y="2207850"/>
                </a:cubicBezTo>
                <a:lnTo>
                  <a:pt x="0" y="166418"/>
                </a:lnTo>
                <a:cubicBezTo>
                  <a:pt x="0" y="74508"/>
                  <a:pt x="74508" y="0"/>
                  <a:pt x="166418" y="0"/>
                </a:cubicBezTo>
                <a:close/>
              </a:path>
            </a:pathLst>
          </a:custGeom>
          <a:solidFill>
            <a:schemeClr val="bg1">
              <a:lumMod val="75000"/>
              <a:alpha val="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51" name="文本占位符 46">
            <a:extLst>
              <a:ext uri="{FF2B5EF4-FFF2-40B4-BE49-F238E27FC236}">
                <a16:creationId xmlns:a16="http://schemas.microsoft.com/office/drawing/2014/main" id="{E29C3C38-CDA4-394E-F200-1E0C32B695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38432" y="4623759"/>
            <a:ext cx="2325711" cy="1037442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lang="zh-CN" altLang="en-US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 algn="ctr">
              <a:lnSpc>
                <a:spcPct val="12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0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285750" marR="0" lvl="0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1"/>
            <a:endParaRPr lang="en-US" altLang="zh-CN" dirty="0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43D9E66-23D8-5A1F-2E15-56BBA96869BE}"/>
              </a:ext>
            </a:extLst>
          </p:cNvPr>
          <p:cNvSpPr/>
          <p:nvPr userDrawn="1"/>
        </p:nvSpPr>
        <p:spPr>
          <a:xfrm>
            <a:off x="9420187" y="1709198"/>
            <a:ext cx="2446927" cy="479212"/>
          </a:xfrm>
          <a:prstGeom prst="roundRect">
            <a:avLst>
              <a:gd name="adj" fmla="val 19900"/>
            </a:avLst>
          </a:prstGeom>
          <a:solidFill>
            <a:srgbClr val="274A80"/>
          </a:solidFill>
          <a:ln w="12700" cap="flat" cmpd="sng" algn="ctr"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2700000" scaled="0"/>
            </a:gradFill>
            <a:prstDash val="solid"/>
          </a:ln>
          <a:effectLst>
            <a:outerShdw blurRad="317500" dist="152400" dir="5400000" sx="90000" sy="90000" algn="ctr" rotWithShape="0">
              <a:schemeClr val="bg1">
                <a:lumMod val="50000"/>
                <a:alpha val="30000"/>
              </a:schemeClr>
            </a:outerShdw>
          </a:effectLst>
        </p:spPr>
        <p:txBody>
          <a:bodyPr rtlCol="0" anchor="ctr"/>
          <a:lstStyle/>
          <a:p>
            <a: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Semibold"/>
              <a:ea typeface="MiSans Semibold"/>
            </a:endParaRPr>
          </a:p>
        </p:txBody>
      </p:sp>
      <p:sp>
        <p:nvSpPr>
          <p:cNvPr id="53" name="文本占位符 3">
            <a:extLst>
              <a:ext uri="{FF2B5EF4-FFF2-40B4-BE49-F238E27FC236}">
                <a16:creationId xmlns:a16="http://schemas.microsoft.com/office/drawing/2014/main" id="{85F8FA7C-73B2-AC5C-C156-824928D7D3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91852" y="1651100"/>
            <a:ext cx="1491870" cy="593188"/>
          </a:xfrm>
        </p:spPr>
        <p:txBody>
          <a:bodyPr anchor="ctr"/>
          <a:lstStyle>
            <a:lvl1pPr marL="0" indent="0" algn="ctr">
              <a:buNone/>
              <a:defRPr sz="1800" b="1">
                <a:solidFill>
                  <a:srgbClr val="E6E6E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内容标题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FD41D9-7C48-A27C-83AB-0487F2435CC7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56" name="图形 18">
              <a:extLst>
                <a:ext uri="{FF2B5EF4-FFF2-40B4-BE49-F238E27FC236}">
                  <a16:creationId xmlns:a16="http://schemas.microsoft.com/office/drawing/2014/main" id="{00A89F14-307A-3B8C-44AB-EDB041A83D52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760B6F7B-B96D-6534-3991-E7A03DA6B7F0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12BF9100-B951-4726-AE6E-FC6824A18F13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2EE9217-C524-5277-84D4-8F545A4B4316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pic>
        <p:nvPicPr>
          <p:cNvPr id="60" name="图片 59">
            <a:extLst>
              <a:ext uri="{FF2B5EF4-FFF2-40B4-BE49-F238E27FC236}">
                <a16:creationId xmlns:a16="http://schemas.microsoft.com/office/drawing/2014/main" id="{3C40CBE6-B93A-C4F5-6A79-696B140624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sp>
        <p:nvSpPr>
          <p:cNvPr id="61" name="Rectangle 12">
            <a:extLst>
              <a:ext uri="{FF2B5EF4-FFF2-40B4-BE49-F238E27FC236}">
                <a16:creationId xmlns:a16="http://schemas.microsoft.com/office/drawing/2014/main" id="{49635F82-7E1E-8895-AF82-E7185168E09D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DB2D65D0-B969-91CE-68FD-B8C2BC9600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4BA3611-4D4D-C076-DD9E-352C5619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3671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987 0.19213 L 1.66667E-6 -4.07407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987 0.19213 L -2.5E-6 -4.07407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987 0.19213 L 3.33333E-6 -4.07407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987 0.19213 L -1.25E-6 -4.07407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40" grpId="0" animBg="1"/>
      <p:bldP spid="40" grpId="1" animBg="1"/>
      <p:bldP spid="45" grpId="0" animBg="1"/>
      <p:bldP spid="45" grpId="1" animBg="1"/>
      <p:bldP spid="50" grpId="0" animBg="1"/>
      <p:bldP spid="50" grpId="1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Billfish.zeFYVw">
            <a:extLst>
              <a:ext uri="{FF2B5EF4-FFF2-40B4-BE49-F238E27FC236}">
                <a16:creationId xmlns:a16="http://schemas.microsoft.com/office/drawing/2014/main" id="{4B370AF7-1717-86BC-71B7-1A8ED98AE4E3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" b="46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1682CC-92E3-81D6-BE2B-FC1E967999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3C6193D-93EE-ABA8-94A8-78A3651D66A5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10" name="图形 18">
              <a:extLst>
                <a:ext uri="{FF2B5EF4-FFF2-40B4-BE49-F238E27FC236}">
                  <a16:creationId xmlns:a16="http://schemas.microsoft.com/office/drawing/2014/main" id="{0FF02EF2-1177-34AF-4590-29E19DBC50B6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E63CECA2-AB57-995C-5CEB-B883B45D1D1B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5628A5ED-DD7B-5084-1392-2FE6A9AFE341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7CFB09F-0D53-A452-1906-914D0BB14034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14" name="Rectangle 12">
            <a:extLst>
              <a:ext uri="{FF2B5EF4-FFF2-40B4-BE49-F238E27FC236}">
                <a16:creationId xmlns:a16="http://schemas.microsoft.com/office/drawing/2014/main" id="{1C073DCD-2156-4228-919B-ABD7EA59353E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5B54D3F-D743-6CD1-C555-451481D716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AC125AF-3F29-C3B4-35A3-A0B2BC2E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42201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Billfish.zeFYVw">
            <a:extLst>
              <a:ext uri="{FF2B5EF4-FFF2-40B4-BE49-F238E27FC236}">
                <a16:creationId xmlns:a16="http://schemas.microsoft.com/office/drawing/2014/main" id="{4B370AF7-1717-86BC-71B7-1A8ED98AE4E3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" b="46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1682CC-92E3-81D6-BE2B-FC1E967999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3C6193D-93EE-ABA8-94A8-78A3651D66A5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10" name="图形 18">
              <a:extLst>
                <a:ext uri="{FF2B5EF4-FFF2-40B4-BE49-F238E27FC236}">
                  <a16:creationId xmlns:a16="http://schemas.microsoft.com/office/drawing/2014/main" id="{0FF02EF2-1177-34AF-4590-29E19DBC50B6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E63CECA2-AB57-995C-5CEB-B883B45D1D1B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5628A5ED-DD7B-5084-1392-2FE6A9AFE341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7CFB09F-0D53-A452-1906-914D0BB14034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14" name="Rectangle 12">
            <a:extLst>
              <a:ext uri="{FF2B5EF4-FFF2-40B4-BE49-F238E27FC236}">
                <a16:creationId xmlns:a16="http://schemas.microsoft.com/office/drawing/2014/main" id="{1C073DCD-2156-4228-919B-ABD7EA59353E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5B54D3F-D743-6CD1-C555-451481D716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3B5CCB14-BCD6-324E-E637-06F103796B86}"/>
              </a:ext>
            </a:extLst>
          </p:cNvPr>
          <p:cNvSpPr/>
          <p:nvPr userDrawn="1"/>
        </p:nvSpPr>
        <p:spPr>
          <a:xfrm>
            <a:off x="668269" y="1272597"/>
            <a:ext cx="5293777" cy="4369580"/>
          </a:xfrm>
          <a:prstGeom prst="roundRect">
            <a:avLst>
              <a:gd name="adj" fmla="val 1155"/>
            </a:avLst>
          </a:prstGeom>
          <a:solidFill>
            <a:schemeClr val="bg1">
              <a:alpha val="56000"/>
            </a:schemeClr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文本占位符 46">
            <a:extLst>
              <a:ext uri="{FF2B5EF4-FFF2-40B4-BE49-F238E27FC236}">
                <a16:creationId xmlns:a16="http://schemas.microsoft.com/office/drawing/2014/main" id="{9438E331-C98A-A32A-073A-497DD20DFC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7829" y="3488610"/>
            <a:ext cx="5281058" cy="1476846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20" name="图片占位符 81">
            <a:extLst>
              <a:ext uri="{FF2B5EF4-FFF2-40B4-BE49-F238E27FC236}">
                <a16:creationId xmlns:a16="http://schemas.microsoft.com/office/drawing/2014/main" id="{EB2C8712-6A3B-6DC2-759E-4D751AD3F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152" y="1726314"/>
            <a:ext cx="5295600" cy="1187451"/>
          </a:xfrm>
          <a:solidFill>
            <a:srgbClr val="B2CBE8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21" name="文本占位符 3">
            <a:extLst>
              <a:ext uri="{FF2B5EF4-FFF2-40B4-BE49-F238E27FC236}">
                <a16:creationId xmlns:a16="http://schemas.microsoft.com/office/drawing/2014/main" id="{4A348446-F10B-8BCD-B8AC-99B3C80366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031" y="2168051"/>
            <a:ext cx="5279856" cy="5931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2" name="Rectangle: Rounded Corners 5">
            <a:extLst>
              <a:ext uri="{FF2B5EF4-FFF2-40B4-BE49-F238E27FC236}">
                <a16:creationId xmlns:a16="http://schemas.microsoft.com/office/drawing/2014/main" id="{61D7D30A-12F8-7886-6548-3D4167EF56AD}"/>
              </a:ext>
            </a:extLst>
          </p:cNvPr>
          <p:cNvSpPr/>
          <p:nvPr userDrawn="1"/>
        </p:nvSpPr>
        <p:spPr>
          <a:xfrm>
            <a:off x="6311290" y="1244210"/>
            <a:ext cx="5293777" cy="4369580"/>
          </a:xfrm>
          <a:prstGeom prst="roundRect">
            <a:avLst>
              <a:gd name="adj" fmla="val 1155"/>
            </a:avLst>
          </a:prstGeom>
          <a:solidFill>
            <a:schemeClr val="bg1">
              <a:alpha val="56000"/>
            </a:schemeClr>
          </a:solidFill>
          <a:ln>
            <a:noFill/>
          </a:ln>
          <a:effectLst>
            <a:outerShdw blurRad="152400" dist="25400" dir="5400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占位符 46">
            <a:extLst>
              <a:ext uri="{FF2B5EF4-FFF2-40B4-BE49-F238E27FC236}">
                <a16:creationId xmlns:a16="http://schemas.microsoft.com/office/drawing/2014/main" id="{DD909C86-576B-10D9-1E4D-B4FE426AB3C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10850" y="3460223"/>
            <a:ext cx="5281058" cy="1476846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26" name="图片占位符 81">
            <a:extLst>
              <a:ext uri="{FF2B5EF4-FFF2-40B4-BE49-F238E27FC236}">
                <a16:creationId xmlns:a16="http://schemas.microsoft.com/office/drawing/2014/main" id="{B20B1B39-47CA-F2BE-D418-A4EAA6F94F4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01173" y="1697927"/>
            <a:ext cx="5295600" cy="1187451"/>
          </a:xfrm>
          <a:solidFill>
            <a:srgbClr val="B2CBE8"/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27" name="文本占位符 3">
            <a:extLst>
              <a:ext uri="{FF2B5EF4-FFF2-40B4-BE49-F238E27FC236}">
                <a16:creationId xmlns:a16="http://schemas.microsoft.com/office/drawing/2014/main" id="{AB2C6111-D125-9774-1BFC-DC53D5FD10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12052" y="2139664"/>
            <a:ext cx="5279856" cy="593188"/>
          </a:xfrm>
        </p:spPr>
        <p:txBody>
          <a:bodyPr anchor="ctr">
            <a:normAutofit/>
          </a:bodyPr>
          <a:lstStyle>
            <a:lvl1pPr marL="0" indent="0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单击此处编辑内容标题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0C76F9-ECE4-021D-64F2-2BA054A0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50295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Billfish.zeFYVw">
            <a:extLst>
              <a:ext uri="{FF2B5EF4-FFF2-40B4-BE49-F238E27FC236}">
                <a16:creationId xmlns:a16="http://schemas.microsoft.com/office/drawing/2014/main" id="{4B370AF7-1717-86BC-71B7-1A8ED98AE4E3}"/>
              </a:ext>
            </a:extLst>
          </p:cNvPr>
          <p:cNvPicPr>
            <a:picLocks noGrp="1" noChangeAspect="1"/>
          </p:cNvPicPr>
          <p:nvPr isPhoto="1" userDrawn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" b="46"/>
          <a:stretch>
            <a:fillRect/>
          </a:stretch>
        </p:blipFill>
        <p:spPr>
          <a:xfrm>
            <a:off x="1" y="0"/>
            <a:ext cx="12191998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F1682CC-92E3-81D6-BE2B-FC1E967999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616400" y="457200"/>
            <a:ext cx="850170" cy="26631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F3C6193D-93EE-ABA8-94A8-78A3651D66A5}"/>
              </a:ext>
            </a:extLst>
          </p:cNvPr>
          <p:cNvGrpSpPr/>
          <p:nvPr userDrawn="1"/>
        </p:nvGrpSpPr>
        <p:grpSpPr>
          <a:xfrm>
            <a:off x="454461" y="549639"/>
            <a:ext cx="270969" cy="271633"/>
            <a:chOff x="1332621" y="1432995"/>
            <a:chExt cx="270969" cy="271633"/>
          </a:xfrm>
        </p:grpSpPr>
        <p:grpSp>
          <p:nvGrpSpPr>
            <p:cNvPr id="10" name="图形 18">
              <a:extLst>
                <a:ext uri="{FF2B5EF4-FFF2-40B4-BE49-F238E27FC236}">
                  <a16:creationId xmlns:a16="http://schemas.microsoft.com/office/drawing/2014/main" id="{0FF02EF2-1177-34AF-4590-29E19DBC50B6}"/>
                </a:ext>
              </a:extLst>
            </p:cNvPr>
            <p:cNvGrpSpPr/>
            <p:nvPr/>
          </p:nvGrpSpPr>
          <p:grpSpPr>
            <a:xfrm>
              <a:off x="1332621" y="1432995"/>
              <a:ext cx="267005" cy="271633"/>
              <a:chOff x="1332621" y="1432995"/>
              <a:chExt cx="267005" cy="271633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E63CECA2-AB57-995C-5CEB-B883B45D1D1B}"/>
                  </a:ext>
                </a:extLst>
              </p:cNvPr>
              <p:cNvSpPr/>
              <p:nvPr/>
            </p:nvSpPr>
            <p:spPr>
              <a:xfrm>
                <a:off x="1336722" y="1437656"/>
                <a:ext cx="262904" cy="262734"/>
              </a:xfrm>
              <a:custGeom>
                <a:avLst/>
                <a:gdLst>
                  <a:gd name="connsiteX0" fmla="*/ 63643 w 262904"/>
                  <a:gd name="connsiteY0" fmla="*/ 53531 h 262734"/>
                  <a:gd name="connsiteX1" fmla="*/ 53349 w 262904"/>
                  <a:gd name="connsiteY1" fmla="*/ 199416 h 262734"/>
                  <a:gd name="connsiteX2" fmla="*/ 199233 w 262904"/>
                  <a:gd name="connsiteY2" fmla="*/ 209287 h 262734"/>
                  <a:gd name="connsiteX3" fmla="*/ 209527 w 262904"/>
                  <a:gd name="connsiteY3" fmla="*/ 63403 h 262734"/>
                  <a:gd name="connsiteX4" fmla="*/ 63643 w 262904"/>
                  <a:gd name="connsiteY4" fmla="*/ 53531 h 262734"/>
                  <a:gd name="connsiteX5" fmla="*/ 63643 w 262904"/>
                  <a:gd name="connsiteY5" fmla="*/ 53531 h 262734"/>
                  <a:gd name="connsiteX6" fmla="*/ 45249 w 262904"/>
                  <a:gd name="connsiteY6" fmla="*/ 32437 h 262734"/>
                  <a:gd name="connsiteX7" fmla="*/ 230705 w 262904"/>
                  <a:gd name="connsiteY7" fmla="*/ 44925 h 262734"/>
                  <a:gd name="connsiteX8" fmla="*/ 217627 w 262904"/>
                  <a:gd name="connsiteY8" fmla="*/ 230297 h 262734"/>
                  <a:gd name="connsiteX9" fmla="*/ 32171 w 262904"/>
                  <a:gd name="connsiteY9" fmla="*/ 217809 h 262734"/>
                  <a:gd name="connsiteX10" fmla="*/ 45249 w 262904"/>
                  <a:gd name="connsiteY10" fmla="*/ 32437 h 262734"/>
                  <a:gd name="connsiteX11" fmla="*/ 45249 w 262904"/>
                  <a:gd name="connsiteY11" fmla="*/ 32437 h 262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2904" h="262734">
                    <a:moveTo>
                      <a:pt x="63643" y="53531"/>
                    </a:moveTo>
                    <a:cubicBezTo>
                      <a:pt x="20527" y="91078"/>
                      <a:pt x="15886" y="156384"/>
                      <a:pt x="53349" y="199416"/>
                    </a:cubicBezTo>
                    <a:cubicBezTo>
                      <a:pt x="90811" y="242447"/>
                      <a:pt x="156118" y="246834"/>
                      <a:pt x="199233" y="209287"/>
                    </a:cubicBezTo>
                    <a:cubicBezTo>
                      <a:pt x="242349" y="171741"/>
                      <a:pt x="246989" y="106434"/>
                      <a:pt x="209527" y="63403"/>
                    </a:cubicBezTo>
                    <a:cubicBezTo>
                      <a:pt x="172064" y="20372"/>
                      <a:pt x="106758" y="15900"/>
                      <a:pt x="63643" y="53531"/>
                    </a:cubicBezTo>
                    <a:lnTo>
                      <a:pt x="63643" y="53531"/>
                    </a:lnTo>
                    <a:close/>
                    <a:moveTo>
                      <a:pt x="45249" y="32437"/>
                    </a:moveTo>
                    <a:cubicBezTo>
                      <a:pt x="100093" y="-15319"/>
                      <a:pt x="183118" y="-9666"/>
                      <a:pt x="230705" y="44925"/>
                    </a:cubicBezTo>
                    <a:cubicBezTo>
                      <a:pt x="278293" y="99600"/>
                      <a:pt x="272471" y="182541"/>
                      <a:pt x="217627" y="230297"/>
                    </a:cubicBezTo>
                    <a:cubicBezTo>
                      <a:pt x="162783" y="278053"/>
                      <a:pt x="79758" y="272400"/>
                      <a:pt x="32171" y="217809"/>
                    </a:cubicBezTo>
                    <a:cubicBezTo>
                      <a:pt x="-15417" y="163134"/>
                      <a:pt x="-9511" y="80194"/>
                      <a:pt x="45249" y="32437"/>
                    </a:cubicBezTo>
                    <a:lnTo>
                      <a:pt x="45249" y="32437"/>
                    </a:lnTo>
                    <a:close/>
                  </a:path>
                </a:pathLst>
              </a:custGeom>
              <a:solidFill>
                <a:srgbClr val="4472C4">
                  <a:alpha val="15000"/>
                </a:srgbClr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5628A5ED-DD7B-5084-1392-2FE6A9AFE341}"/>
                  </a:ext>
                </a:extLst>
              </p:cNvPr>
              <p:cNvSpPr/>
              <p:nvPr/>
            </p:nvSpPr>
            <p:spPr>
              <a:xfrm>
                <a:off x="1332621" y="1432995"/>
                <a:ext cx="259279" cy="271633"/>
              </a:xfrm>
              <a:custGeom>
                <a:avLst/>
                <a:gdLst>
                  <a:gd name="connsiteX0" fmla="*/ 239784 w 259279"/>
                  <a:gd name="connsiteY0" fmla="*/ 208379 h 271633"/>
                  <a:gd name="connsiteX1" fmla="*/ 239784 w 259279"/>
                  <a:gd name="connsiteY1" fmla="*/ 208379 h 271633"/>
                  <a:gd name="connsiteX2" fmla="*/ 239784 w 259279"/>
                  <a:gd name="connsiteY2" fmla="*/ 208379 h 271633"/>
                  <a:gd name="connsiteX3" fmla="*/ 239784 w 259279"/>
                  <a:gd name="connsiteY3" fmla="*/ 208379 h 271633"/>
                  <a:gd name="connsiteX4" fmla="*/ 239784 w 259279"/>
                  <a:gd name="connsiteY4" fmla="*/ 208379 h 271633"/>
                  <a:gd name="connsiteX5" fmla="*/ 64622 w 259279"/>
                  <a:gd name="connsiteY5" fmla="*/ 54395 h 271633"/>
                  <a:gd name="connsiteX6" fmla="*/ 99638 w 259279"/>
                  <a:gd name="connsiteY6" fmla="*/ 33976 h 271633"/>
                  <a:gd name="connsiteX7" fmla="*/ 237338 w 259279"/>
                  <a:gd name="connsiteY7" fmla="*/ 100042 h 271633"/>
                  <a:gd name="connsiteX8" fmla="*/ 237338 w 259279"/>
                  <a:gd name="connsiteY8" fmla="*/ 100126 h 271633"/>
                  <a:gd name="connsiteX9" fmla="*/ 234553 w 259279"/>
                  <a:gd name="connsiteY9" fmla="*/ 105864 h 271633"/>
                  <a:gd name="connsiteX10" fmla="*/ 228816 w 259279"/>
                  <a:gd name="connsiteY10" fmla="*/ 102995 h 271633"/>
                  <a:gd name="connsiteX11" fmla="*/ 217088 w 259279"/>
                  <a:gd name="connsiteY11" fmla="*/ 79876 h 271633"/>
                  <a:gd name="connsiteX12" fmla="*/ 79641 w 259279"/>
                  <a:gd name="connsiteY12" fmla="*/ 54142 h 271633"/>
                  <a:gd name="connsiteX13" fmla="*/ 54075 w 259279"/>
                  <a:gd name="connsiteY13" fmla="*/ 191504 h 271633"/>
                  <a:gd name="connsiteX14" fmla="*/ 191522 w 259279"/>
                  <a:gd name="connsiteY14" fmla="*/ 217239 h 271633"/>
                  <a:gd name="connsiteX15" fmla="*/ 197428 w 259279"/>
                  <a:gd name="connsiteY15" fmla="*/ 217998 h 271633"/>
                  <a:gd name="connsiteX16" fmla="*/ 197006 w 259279"/>
                  <a:gd name="connsiteY16" fmla="*/ 224326 h 271633"/>
                  <a:gd name="connsiteX17" fmla="*/ 196584 w 259279"/>
                  <a:gd name="connsiteY17" fmla="*/ 224664 h 271633"/>
                  <a:gd name="connsiteX18" fmla="*/ 54075 w 259279"/>
                  <a:gd name="connsiteY18" fmla="*/ 206523 h 271633"/>
                  <a:gd name="connsiteX19" fmla="*/ 64622 w 259279"/>
                  <a:gd name="connsiteY19" fmla="*/ 54395 h 271633"/>
                  <a:gd name="connsiteX20" fmla="*/ 64622 w 259279"/>
                  <a:gd name="connsiteY20" fmla="*/ 54395 h 271633"/>
                  <a:gd name="connsiteX21" fmla="*/ 54750 w 259279"/>
                  <a:gd name="connsiteY21" fmla="*/ 26804 h 271633"/>
                  <a:gd name="connsiteX22" fmla="*/ 78375 w 259279"/>
                  <a:gd name="connsiteY22" fmla="*/ 12714 h 271633"/>
                  <a:gd name="connsiteX23" fmla="*/ 258769 w 259279"/>
                  <a:gd name="connsiteY23" fmla="*/ 78526 h 271633"/>
                  <a:gd name="connsiteX24" fmla="*/ 258938 w 259279"/>
                  <a:gd name="connsiteY24" fmla="*/ 78864 h 271633"/>
                  <a:gd name="connsiteX25" fmla="*/ 256491 w 259279"/>
                  <a:gd name="connsiteY25" fmla="*/ 84770 h 271633"/>
                  <a:gd name="connsiteX26" fmla="*/ 250584 w 259279"/>
                  <a:gd name="connsiteY26" fmla="*/ 82323 h 271633"/>
                  <a:gd name="connsiteX27" fmla="*/ 208144 w 259279"/>
                  <a:gd name="connsiteY27" fmla="*/ 31867 h 271633"/>
                  <a:gd name="connsiteX28" fmla="*/ 31716 w 259279"/>
                  <a:gd name="connsiteY28" fmla="*/ 63339 h 271633"/>
                  <a:gd name="connsiteX29" fmla="*/ 63356 w 259279"/>
                  <a:gd name="connsiteY29" fmla="*/ 239851 h 271633"/>
                  <a:gd name="connsiteX30" fmla="*/ 223078 w 259279"/>
                  <a:gd name="connsiteY30" fmla="*/ 227870 h 271633"/>
                  <a:gd name="connsiteX31" fmla="*/ 239784 w 259279"/>
                  <a:gd name="connsiteY31" fmla="*/ 208379 h 271633"/>
                  <a:gd name="connsiteX32" fmla="*/ 246028 w 259279"/>
                  <a:gd name="connsiteY32" fmla="*/ 207282 h 271633"/>
                  <a:gd name="connsiteX33" fmla="*/ 247125 w 259279"/>
                  <a:gd name="connsiteY33" fmla="*/ 213526 h 271633"/>
                  <a:gd name="connsiteX34" fmla="*/ 193125 w 259279"/>
                  <a:gd name="connsiteY34" fmla="*/ 258920 h 271633"/>
                  <a:gd name="connsiteX35" fmla="*/ 12731 w 259279"/>
                  <a:gd name="connsiteY35" fmla="*/ 193107 h 271633"/>
                  <a:gd name="connsiteX36" fmla="*/ 54750 w 259279"/>
                  <a:gd name="connsiteY36" fmla="*/ 26804 h 271633"/>
                  <a:gd name="connsiteX37" fmla="*/ 54750 w 259279"/>
                  <a:gd name="connsiteY37" fmla="*/ 26804 h 27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59279" h="271633">
                    <a:moveTo>
                      <a:pt x="239784" y="208379"/>
                    </a:move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lnTo>
                      <a:pt x="239784" y="208379"/>
                    </a:lnTo>
                    <a:close/>
                    <a:moveTo>
                      <a:pt x="64622" y="54395"/>
                    </a:moveTo>
                    <a:cubicBezTo>
                      <a:pt x="74916" y="45451"/>
                      <a:pt x="86813" y="38532"/>
                      <a:pt x="99638" y="33976"/>
                    </a:cubicBezTo>
                    <a:cubicBezTo>
                      <a:pt x="155916" y="14232"/>
                      <a:pt x="217509" y="43764"/>
                      <a:pt x="237338" y="100042"/>
                    </a:cubicBezTo>
                    <a:cubicBezTo>
                      <a:pt x="237338" y="100042"/>
                      <a:pt x="237338" y="100126"/>
                      <a:pt x="237338" y="100126"/>
                    </a:cubicBezTo>
                    <a:cubicBezTo>
                      <a:pt x="238097" y="102489"/>
                      <a:pt x="236831" y="105020"/>
                      <a:pt x="234553" y="105864"/>
                    </a:cubicBezTo>
                    <a:cubicBezTo>
                      <a:pt x="232191" y="106623"/>
                      <a:pt x="229659" y="105357"/>
                      <a:pt x="228816" y="102995"/>
                    </a:cubicBezTo>
                    <a:cubicBezTo>
                      <a:pt x="225947" y="94811"/>
                      <a:pt x="221981" y="87048"/>
                      <a:pt x="217088" y="79876"/>
                    </a:cubicBezTo>
                    <a:cubicBezTo>
                      <a:pt x="186206" y="34820"/>
                      <a:pt x="124697" y="23345"/>
                      <a:pt x="79641" y="54142"/>
                    </a:cubicBezTo>
                    <a:cubicBezTo>
                      <a:pt x="34669" y="85023"/>
                      <a:pt x="23194" y="146532"/>
                      <a:pt x="54075" y="191504"/>
                    </a:cubicBezTo>
                    <a:cubicBezTo>
                      <a:pt x="84956" y="236561"/>
                      <a:pt x="146466" y="248036"/>
                      <a:pt x="191522" y="217239"/>
                    </a:cubicBezTo>
                    <a:cubicBezTo>
                      <a:pt x="193378" y="215973"/>
                      <a:pt x="195994" y="216226"/>
                      <a:pt x="197428" y="217998"/>
                    </a:cubicBezTo>
                    <a:cubicBezTo>
                      <a:pt x="199031" y="219854"/>
                      <a:pt x="198863" y="222723"/>
                      <a:pt x="197006" y="224326"/>
                    </a:cubicBezTo>
                    <a:cubicBezTo>
                      <a:pt x="196838" y="224411"/>
                      <a:pt x="196753" y="224579"/>
                      <a:pt x="196584" y="224664"/>
                    </a:cubicBezTo>
                    <a:cubicBezTo>
                      <a:pt x="151444" y="255714"/>
                      <a:pt x="90103" y="247867"/>
                      <a:pt x="54075" y="206523"/>
                    </a:cubicBezTo>
                    <a:cubicBezTo>
                      <a:pt x="15009" y="161720"/>
                      <a:pt x="19734" y="93545"/>
                      <a:pt x="64622" y="54395"/>
                    </a:cubicBezTo>
                    <a:lnTo>
                      <a:pt x="64622" y="54395"/>
                    </a:lnTo>
                    <a:close/>
                    <a:moveTo>
                      <a:pt x="54750" y="26804"/>
                    </a:moveTo>
                    <a:cubicBezTo>
                      <a:pt x="62006" y="21404"/>
                      <a:pt x="69853" y="16679"/>
                      <a:pt x="78375" y="12714"/>
                    </a:cubicBezTo>
                    <a:cubicBezTo>
                      <a:pt x="146297" y="-18927"/>
                      <a:pt x="227128" y="10520"/>
                      <a:pt x="258769" y="78526"/>
                    </a:cubicBezTo>
                    <a:cubicBezTo>
                      <a:pt x="258853" y="78611"/>
                      <a:pt x="258853" y="78779"/>
                      <a:pt x="258938" y="78864"/>
                    </a:cubicBezTo>
                    <a:cubicBezTo>
                      <a:pt x="259866" y="81142"/>
                      <a:pt x="258853" y="83757"/>
                      <a:pt x="256491" y="84770"/>
                    </a:cubicBezTo>
                    <a:cubicBezTo>
                      <a:pt x="254213" y="85698"/>
                      <a:pt x="251597" y="84686"/>
                      <a:pt x="250584" y="82323"/>
                    </a:cubicBezTo>
                    <a:cubicBezTo>
                      <a:pt x="241134" y="62073"/>
                      <a:pt x="226453" y="44607"/>
                      <a:pt x="208144" y="31867"/>
                    </a:cubicBezTo>
                    <a:cubicBezTo>
                      <a:pt x="150769" y="-8211"/>
                      <a:pt x="71709" y="5879"/>
                      <a:pt x="31716" y="63339"/>
                    </a:cubicBezTo>
                    <a:cubicBezTo>
                      <a:pt x="-8278" y="120714"/>
                      <a:pt x="5897" y="199773"/>
                      <a:pt x="63356" y="239851"/>
                    </a:cubicBezTo>
                    <a:cubicBezTo>
                      <a:pt x="113644" y="274867"/>
                      <a:pt x="180384" y="268539"/>
                      <a:pt x="223078" y="227870"/>
                    </a:cubicBezTo>
                    <a:lnTo>
                      <a:pt x="239784" y="208379"/>
                    </a:lnTo>
                    <a:lnTo>
                      <a:pt x="246028" y="207282"/>
                    </a:lnTo>
                    <a:cubicBezTo>
                      <a:pt x="248053" y="208717"/>
                      <a:pt x="248559" y="211501"/>
                      <a:pt x="247125" y="213526"/>
                    </a:cubicBezTo>
                    <a:cubicBezTo>
                      <a:pt x="233456" y="233186"/>
                      <a:pt x="214809" y="248795"/>
                      <a:pt x="193125" y="258920"/>
                    </a:cubicBezTo>
                    <a:cubicBezTo>
                      <a:pt x="125203" y="290561"/>
                      <a:pt x="44372" y="261114"/>
                      <a:pt x="12731" y="193107"/>
                    </a:cubicBezTo>
                    <a:cubicBezTo>
                      <a:pt x="-14944" y="133707"/>
                      <a:pt x="4041" y="64436"/>
                      <a:pt x="54750" y="26804"/>
                    </a:cubicBezTo>
                    <a:lnTo>
                      <a:pt x="54750" y="26804"/>
                    </a:lnTo>
                    <a:close/>
                  </a:path>
                </a:pathLst>
              </a:custGeom>
              <a:solidFill>
                <a:srgbClr val="002060"/>
              </a:solidFill>
              <a:ln w="83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7CFB09F-0D53-A452-1906-914D0BB14034}"/>
                </a:ext>
              </a:extLst>
            </p:cNvPr>
            <p:cNvSpPr/>
            <p:nvPr userDrawn="1"/>
          </p:nvSpPr>
          <p:spPr>
            <a:xfrm>
              <a:off x="1545990" y="1559228"/>
              <a:ext cx="57600" cy="57600"/>
            </a:xfrm>
            <a:prstGeom prst="ellipse">
              <a:avLst/>
            </a:prstGeom>
            <a:gradFill flip="none" rotWithShape="1">
              <a:gsLst>
                <a:gs pos="0">
                  <a:srgbClr val="4472C4">
                    <a:tint val="66000"/>
                    <a:satMod val="160000"/>
                  </a:srgbClr>
                </a:gs>
                <a:gs pos="50000">
                  <a:srgbClr val="4472C4">
                    <a:tint val="44500"/>
                    <a:satMod val="160000"/>
                  </a:srgbClr>
                </a:gs>
                <a:gs pos="100000">
                  <a:srgbClr val="4472C4">
                    <a:tint val="23500"/>
                    <a:satMod val="160000"/>
                  </a:srgbClr>
                </a:gs>
              </a:gsLst>
              <a:lin ang="13500000" scaled="1"/>
              <a:tileRect/>
            </a:gradFill>
            <a:ln w="6350">
              <a:solidFill>
                <a:srgbClr val="002060"/>
              </a:solidFill>
              <a:miter lim="800000"/>
              <a:headEnd/>
              <a:tailEnd/>
            </a:ln>
            <a:effectLst>
              <a:glow>
                <a:schemeClr val="accent1">
                  <a:satMod val="175000"/>
                  <a:alpha val="30000"/>
                </a:schemeClr>
              </a:glo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252">
                <a:solidFill>
                  <a:schemeClr val="accent1">
                    <a:lumMod val="75000"/>
                  </a:schemeClr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</p:grpSp>
      <p:sp>
        <p:nvSpPr>
          <p:cNvPr id="14" name="Rectangle 12">
            <a:extLst>
              <a:ext uri="{FF2B5EF4-FFF2-40B4-BE49-F238E27FC236}">
                <a16:creationId xmlns:a16="http://schemas.microsoft.com/office/drawing/2014/main" id="{1C073DCD-2156-4228-919B-ABD7EA59353E}"/>
              </a:ext>
            </a:extLst>
          </p:cNvPr>
          <p:cNvSpPr/>
          <p:nvPr userDrawn="1"/>
        </p:nvSpPr>
        <p:spPr>
          <a:xfrm flipV="1">
            <a:off x="2562499" y="6547630"/>
            <a:ext cx="8851061" cy="14400"/>
          </a:xfrm>
          <a:prstGeom prst="rect">
            <a:avLst/>
          </a:prstGeom>
          <a:solidFill>
            <a:srgbClr val="4D71B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5B54D3F-D743-6CD1-C555-451481D716D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411" y="6420199"/>
            <a:ext cx="1877675" cy="236618"/>
          </a:xfrm>
          <a:prstGeom prst="rect">
            <a:avLst/>
          </a:prstGeom>
        </p:spPr>
      </p:pic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3B5CCB14-BCD6-324E-E637-06F103796B86}"/>
              </a:ext>
            </a:extLst>
          </p:cNvPr>
          <p:cNvSpPr/>
          <p:nvPr userDrawn="1"/>
        </p:nvSpPr>
        <p:spPr>
          <a:xfrm>
            <a:off x="454461" y="1272596"/>
            <a:ext cx="11120505" cy="4909531"/>
          </a:xfrm>
          <a:prstGeom prst="roundRect">
            <a:avLst>
              <a:gd name="adj" fmla="val 1155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文本占位符 46">
            <a:extLst>
              <a:ext uri="{FF2B5EF4-FFF2-40B4-BE49-F238E27FC236}">
                <a16:creationId xmlns:a16="http://schemas.microsoft.com/office/drawing/2014/main" id="{9438E331-C98A-A32A-073A-497DD20DFC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92061" y="2503993"/>
            <a:ext cx="5281058" cy="2876894"/>
          </a:xfrm>
        </p:spPr>
        <p:txBody>
          <a:bodyPr>
            <a:noAutofit/>
          </a:bodyPr>
          <a:lstStyle>
            <a:lvl1pPr marL="285750" indent="-285750" algn="l" defTabSz="285750" rtl="0" eaLnBrk="1" latinLnBrk="0" hangingPunct="1">
              <a:lnSpc>
                <a:spcPct val="130000"/>
              </a:lnSpc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17889" indent="-342900">
              <a:lnSpc>
                <a:spcPct val="130000"/>
              </a:lnSpc>
              <a:buClr>
                <a:srgbClr val="002060"/>
              </a:buClr>
              <a:buFont typeface="Arial" panose="020B0604020202020204" pitchFamily="34" charset="0"/>
              <a:buChar char="•"/>
              <a:defRPr lang="en-US" altLang="zh-CN" sz="1400" kern="12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</a:lstStyle>
          <a:p>
            <a:pPr lvl="1"/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marL="717889" marR="0" lvl="1" indent="-285750" algn="l" defTabSz="28575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dirty="0"/>
              <a:t>内容正文</a:t>
            </a:r>
            <a:r>
              <a:rPr lang="en-US" altLang="zh-CN" dirty="0"/>
              <a:t>……</a:t>
            </a:r>
          </a:p>
          <a:p>
            <a:pPr lvl="0"/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20" name="图片占位符 81">
            <a:extLst>
              <a:ext uri="{FF2B5EF4-FFF2-40B4-BE49-F238E27FC236}">
                <a16:creationId xmlns:a16="http://schemas.microsoft.com/office/drawing/2014/main" id="{EB2C8712-6A3B-6DC2-759E-4D751AD3F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77313" y="1729963"/>
            <a:ext cx="4404502" cy="3650924"/>
          </a:xfrm>
          <a:solidFill>
            <a:srgbClr val="B2CBE7"/>
          </a:solidFill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/>
              <a:t>Image placeholder</a:t>
            </a:r>
          </a:p>
          <a:p>
            <a:endParaRPr lang="zh-CN" altLang="en-US" dirty="0"/>
          </a:p>
        </p:txBody>
      </p:sp>
      <p:sp>
        <p:nvSpPr>
          <p:cNvPr id="21" name="文本占位符 3">
            <a:extLst>
              <a:ext uri="{FF2B5EF4-FFF2-40B4-BE49-F238E27FC236}">
                <a16:creationId xmlns:a16="http://schemas.microsoft.com/office/drawing/2014/main" id="{4A348446-F10B-8BCD-B8AC-99B3C80366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3263" y="1750738"/>
            <a:ext cx="5279856" cy="593188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2000" b="1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单击此处编辑内容标题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39930A-C1A0-BE17-ABA1-C9F141BF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dirty="0">
                <a:solidFill>
                  <a:srgbClr val="274A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2055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57643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D5E11-D512-4977-AF99-AB3503C0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C27FD2-2641-4E45-BC79-966E3A31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E5A5C-DC8E-44FD-B1E2-C925F103D66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E46DB2-BA2F-416B-8DBA-FECE18F5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3106B0-0BC1-40AA-AEFF-C08641B6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1299D-92E6-4E98-BEC1-38B76558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57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E5A5C-DC8E-44FD-B1E2-C925F103D661}" type="datetimeFigureOut">
              <a:rPr lang="zh-CN" altLang="en-US" smtClean="0"/>
              <a:t>2026/8/19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1299D-92E6-4E98-BEC1-38B76558C6B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A47B09-0B9E-6277-295E-EBFAF20A3052}"/>
              </a:ext>
            </a:extLst>
          </p:cNvPr>
          <p:cNvSpPr/>
          <p:nvPr userDrawn="1"/>
        </p:nvSpPr>
        <p:spPr>
          <a:xfrm>
            <a:off x="12288795" y="3203265"/>
            <a:ext cx="457015" cy="356501"/>
          </a:xfrm>
          <a:prstGeom prst="rect">
            <a:avLst/>
          </a:prstGeom>
          <a:solidFill>
            <a:srgbClr val="01429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9CC993-9EBD-693A-7837-30ABC1FC77A5}"/>
              </a:ext>
            </a:extLst>
          </p:cNvPr>
          <p:cNvSpPr/>
          <p:nvPr userDrawn="1"/>
        </p:nvSpPr>
        <p:spPr>
          <a:xfrm>
            <a:off x="12288795" y="4173473"/>
            <a:ext cx="458314" cy="356501"/>
          </a:xfrm>
          <a:prstGeom prst="rect">
            <a:avLst/>
          </a:prstGeom>
          <a:solidFill>
            <a:srgbClr val="B1F1E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A2C689-B48C-86C0-AD99-71E741DC157E}"/>
              </a:ext>
            </a:extLst>
          </p:cNvPr>
          <p:cNvSpPr/>
          <p:nvPr userDrawn="1"/>
        </p:nvSpPr>
        <p:spPr>
          <a:xfrm>
            <a:off x="12288795" y="4658577"/>
            <a:ext cx="459017" cy="356501"/>
          </a:xfrm>
          <a:prstGeom prst="rect">
            <a:avLst/>
          </a:prstGeom>
          <a:solidFill>
            <a:srgbClr val="09244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04E230-0C9C-EA2E-9EDE-3586DF41B089}"/>
              </a:ext>
            </a:extLst>
          </p:cNvPr>
          <p:cNvSpPr/>
          <p:nvPr userDrawn="1"/>
        </p:nvSpPr>
        <p:spPr>
          <a:xfrm>
            <a:off x="12288795" y="5143681"/>
            <a:ext cx="459017" cy="356501"/>
          </a:xfrm>
          <a:prstGeom prst="rect">
            <a:avLst/>
          </a:prstGeom>
          <a:solidFill>
            <a:srgbClr val="EF560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93B671-8C82-C883-D0EB-838B9AFC84D1}"/>
              </a:ext>
            </a:extLst>
          </p:cNvPr>
          <p:cNvSpPr/>
          <p:nvPr userDrawn="1"/>
        </p:nvSpPr>
        <p:spPr>
          <a:xfrm>
            <a:off x="12288795" y="5628785"/>
            <a:ext cx="459017" cy="356501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D9FA1A-E959-0CE2-AEA8-A0EBD1FDCD97}"/>
              </a:ext>
            </a:extLst>
          </p:cNvPr>
          <p:cNvSpPr/>
          <p:nvPr userDrawn="1"/>
        </p:nvSpPr>
        <p:spPr>
          <a:xfrm>
            <a:off x="12288795" y="6113892"/>
            <a:ext cx="459017" cy="356501"/>
          </a:xfrm>
          <a:prstGeom prst="rect">
            <a:avLst/>
          </a:prstGeom>
          <a:solidFill>
            <a:srgbClr val="7F7F7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556391F-C3D4-4BB8-5861-4566C4350F24}"/>
              </a:ext>
            </a:extLst>
          </p:cNvPr>
          <p:cNvSpPr txBox="1"/>
          <p:nvPr userDrawn="1"/>
        </p:nvSpPr>
        <p:spPr>
          <a:xfrm>
            <a:off x="12288795" y="6606533"/>
            <a:ext cx="5207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参考色</a:t>
            </a:r>
            <a:endParaRPr lang="en-US" altLang="zh-CN" sz="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78FDE0-65DB-DFFE-7A1B-B246285C0BA8}"/>
              </a:ext>
            </a:extLst>
          </p:cNvPr>
          <p:cNvSpPr/>
          <p:nvPr userDrawn="1"/>
        </p:nvSpPr>
        <p:spPr>
          <a:xfrm>
            <a:off x="12288795" y="3688369"/>
            <a:ext cx="458314" cy="35650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A6DF33-6219-C5B3-0F5A-B32E90A9A898}"/>
              </a:ext>
            </a:extLst>
          </p:cNvPr>
          <p:cNvSpPr/>
          <p:nvPr userDrawn="1"/>
        </p:nvSpPr>
        <p:spPr>
          <a:xfrm>
            <a:off x="12288795" y="2718161"/>
            <a:ext cx="457015" cy="356501"/>
          </a:xfrm>
          <a:prstGeom prst="rect">
            <a:avLst/>
          </a:prstGeom>
          <a:solidFill>
            <a:srgbClr val="274A8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202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17" r:id="rId2"/>
    <p:sldLayoutId id="2147483718" r:id="rId3"/>
    <p:sldLayoutId id="2147483719" r:id="rId4"/>
    <p:sldLayoutId id="2147483721" r:id="rId5"/>
    <p:sldLayoutId id="2147483720" r:id="rId6"/>
    <p:sldLayoutId id="2147483722" r:id="rId7"/>
    <p:sldLayoutId id="2147483729" r:id="rId8"/>
    <p:sldLayoutId id="2147483714" r:id="rId9"/>
    <p:sldLayoutId id="2147483725" r:id="rId10"/>
    <p:sldLayoutId id="2147483727" r:id="rId11"/>
    <p:sldLayoutId id="2147483730" r:id="rId12"/>
    <p:sldLayoutId id="2147483732" r:id="rId13"/>
    <p:sldLayoutId id="2147483728" r:id="rId14"/>
    <p:sldLayoutId id="2147483723" r:id="rId15"/>
    <p:sldLayoutId id="2147483726" r:id="rId16"/>
    <p:sldLayoutId id="2147483724" r:id="rId17"/>
    <p:sldLayoutId id="2147483733" r:id="rId18"/>
    <p:sldLayoutId id="2147483736" r:id="rId19"/>
    <p:sldLayoutId id="2147483735" r:id="rId20"/>
    <p:sldLayoutId id="2147483739" r:id="rId21"/>
    <p:sldLayoutId id="2147483677" r:id="rId22"/>
    <p:sldLayoutId id="2147483737" r:id="rId23"/>
    <p:sldLayoutId id="2147483734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FE129FF-A69E-4655-95DF-19EC7979B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097280" y="1299873"/>
            <a:ext cx="1435960" cy="449819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209C33FC-42BC-4437-A31D-946AE27E3CF3}"/>
              </a:ext>
            </a:extLst>
          </p:cNvPr>
          <p:cNvSpPr/>
          <p:nvPr/>
        </p:nvSpPr>
        <p:spPr>
          <a:xfrm>
            <a:off x="5480648" y="5546425"/>
            <a:ext cx="917111" cy="3616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50" dirty="0">
                <a:solidFill>
                  <a:schemeClr val="bg1"/>
                </a:solidFill>
                <a:latin typeface="Impact" panose="020B0806030902050204" pitchFamily="34" charset="0"/>
                <a:ea typeface="宋体" panose="02010600030101010101" pitchFamily="2" charset="-122"/>
              </a:rPr>
              <a:t>2026.08</a:t>
            </a:r>
            <a:endParaRPr lang="zh-CN" altLang="en-US" sz="1750" dirty="0">
              <a:solidFill>
                <a:schemeClr val="bg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B795C99-7336-4902-BB98-69FB2B99025B}"/>
              </a:ext>
            </a:extLst>
          </p:cNvPr>
          <p:cNvSpPr/>
          <p:nvPr/>
        </p:nvSpPr>
        <p:spPr>
          <a:xfrm>
            <a:off x="981274" y="4920529"/>
            <a:ext cx="4294702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50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FiberHome Telecommunication Technologies Co., Ltd.</a:t>
            </a:r>
            <a:endParaRPr lang="zh-CN" altLang="en-US" sz="12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20A140-EB5A-D69E-69D8-1CDBA78226A1}"/>
              </a:ext>
            </a:extLst>
          </p:cNvPr>
          <p:cNvSpPr txBox="1"/>
          <p:nvPr/>
        </p:nvSpPr>
        <p:spPr>
          <a:xfrm>
            <a:off x="981274" y="4194606"/>
            <a:ext cx="593793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750" b="1" dirty="0">
                <a:solidFill>
                  <a:srgbClr val="D9D9D9"/>
                </a:solidFill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烽火通信科技股份有限公司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274" y="2141004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dirty="0">
                <a:solidFill>
                  <a:srgbClr val="FFFFFF"/>
                </a:solidFill>
                <a:latin typeface="微软雅黑"/>
              </a:rPr>
              <a:t>AI </a:t>
            </a:r>
            <a:r>
              <a:rPr sz="4400" b="1" dirty="0" err="1">
                <a:solidFill>
                  <a:srgbClr val="FFFFFF"/>
                </a:solidFill>
                <a:latin typeface="微软雅黑"/>
              </a:rPr>
              <a:t>智能桌面宠物</a:t>
            </a:r>
            <a:endParaRPr sz="44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1274" y="304139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 err="1">
                <a:solidFill>
                  <a:srgbClr val="D9E2F3"/>
                </a:solidFill>
                <a:latin typeface="微软雅黑"/>
              </a:rPr>
              <a:t>基于</a:t>
            </a:r>
            <a:r>
              <a:rPr sz="1800" dirty="0">
                <a:solidFill>
                  <a:srgbClr val="D9E2F3"/>
                </a:solidFill>
                <a:latin typeface="微软雅黑"/>
              </a:rPr>
              <a:t> Electron </a:t>
            </a:r>
            <a:r>
              <a:rPr sz="1800" dirty="0" err="1">
                <a:solidFill>
                  <a:srgbClr val="D9E2F3"/>
                </a:solidFill>
                <a:latin typeface="微软雅黑"/>
              </a:rPr>
              <a:t>与大模型的陪伴式桌面应用</a:t>
            </a:r>
            <a:r>
              <a:rPr sz="1800" dirty="0">
                <a:solidFill>
                  <a:srgbClr val="D9E2F3"/>
                </a:solidFill>
                <a:latin typeface="微软雅黑"/>
              </a:rPr>
              <a:t> · </a:t>
            </a:r>
            <a:r>
              <a:rPr sz="1800" dirty="0" err="1">
                <a:solidFill>
                  <a:srgbClr val="D9E2F3"/>
                </a:solidFill>
                <a:latin typeface="微软雅黑"/>
              </a:rPr>
              <a:t>路演汇报</a:t>
            </a:r>
            <a:endParaRPr sz="1800" dirty="0">
              <a:solidFill>
                <a:srgbClr val="D9E2F3"/>
              </a:solidFill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7940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CF588A2-A1F3-D21E-E43F-D807920B6600}"/>
              </a:ext>
            </a:extLst>
          </p:cNvPr>
          <p:cNvSpPr txBox="1"/>
          <p:nvPr/>
        </p:nvSpPr>
        <p:spPr>
          <a:xfrm>
            <a:off x="1545124" y="3094293"/>
            <a:ext cx="755718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50" b="1" dirty="0">
                <a:solidFill>
                  <a:srgbClr val="D9D9D9"/>
                </a:solidFill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烽火通信科技股份有限公司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995AE9-86F4-B5B6-1EE8-1F040E300734}"/>
              </a:ext>
            </a:extLst>
          </p:cNvPr>
          <p:cNvSpPr/>
          <p:nvPr/>
        </p:nvSpPr>
        <p:spPr>
          <a:xfrm>
            <a:off x="2680369" y="3917000"/>
            <a:ext cx="4659537" cy="1086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375" dirty="0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烽火通信科技股份有限公司　</a:t>
            </a:r>
            <a:endParaRPr lang="en-US" altLang="zh-CN" sz="1375" dirty="0">
              <a:solidFill>
                <a:srgbClr val="D9D9D9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375" dirty="0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宠物项目路演_2026年8月</a:t>
            </a:r>
            <a:br>
              <a:rPr lang="en-US" altLang="zh-CN" sz="1375" dirty="0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</a:br>
            <a:br>
              <a:rPr lang="en-US" altLang="zh-CN" sz="1375" dirty="0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</a:br>
            <a:endParaRPr lang="en-US" altLang="zh-CN" sz="1375" dirty="0">
              <a:solidFill>
                <a:srgbClr val="D9D9D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DF539A-766A-B4B2-48D9-DDA125F2E2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249" y="3952719"/>
            <a:ext cx="718581" cy="7185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FE8A89-875E-F768-8A93-F45A39F929F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570176" y="2464924"/>
            <a:ext cx="1523365" cy="47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8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>
            <a:extLst>
              <a:ext uri="{FF2B5EF4-FFF2-40B4-BE49-F238E27FC236}">
                <a16:creationId xmlns:a16="http://schemas.microsoft.com/office/drawing/2014/main" id="{E8AD731F-5382-3FB0-A4E0-929C401FB501}"/>
              </a:ext>
            </a:extLst>
          </p:cNvPr>
          <p:cNvGrpSpPr/>
          <p:nvPr/>
        </p:nvGrpSpPr>
        <p:grpSpPr>
          <a:xfrm>
            <a:off x="1746648" y="2827064"/>
            <a:ext cx="4537557" cy="798616"/>
            <a:chOff x="1247028" y="3213697"/>
            <a:chExt cx="4537557" cy="798616"/>
          </a:xfrm>
        </p:grpSpPr>
        <p:sp>
          <p:nvSpPr>
            <p:cNvPr id="45" name="TextBox 217">
              <a:extLst>
                <a:ext uri="{FF2B5EF4-FFF2-40B4-BE49-F238E27FC236}">
                  <a16:creationId xmlns:a16="http://schemas.microsoft.com/office/drawing/2014/main" id="{F04EF8CF-C53F-36F9-DA66-63058B56788B}"/>
                </a:ext>
              </a:extLst>
            </p:cNvPr>
            <p:cNvSpPr txBox="1"/>
            <p:nvPr/>
          </p:nvSpPr>
          <p:spPr>
            <a:xfrm>
              <a:off x="2473522" y="3213697"/>
              <a:ext cx="3050306" cy="45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第二章</a:t>
              </a:r>
              <a:endPara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TextBox 218">
              <a:extLst>
                <a:ext uri="{FF2B5EF4-FFF2-40B4-BE49-F238E27FC236}">
                  <a16:creationId xmlns:a16="http://schemas.microsoft.com/office/drawing/2014/main" id="{3560FB12-6704-2D3D-2055-58A84DF08183}"/>
                </a:ext>
              </a:extLst>
            </p:cNvPr>
            <p:cNvSpPr txBox="1"/>
            <p:nvPr/>
          </p:nvSpPr>
          <p:spPr>
            <a:xfrm>
              <a:off x="2473522" y="3631055"/>
              <a:ext cx="3311063" cy="381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业务逻辑设计</a:t>
              </a:r>
            </a:p>
          </p:txBody>
        </p:sp>
        <p:cxnSp>
          <p:nvCxnSpPr>
            <p:cNvPr id="47" name="Straight Arrow Connector 246">
              <a:extLst>
                <a:ext uri="{FF2B5EF4-FFF2-40B4-BE49-F238E27FC236}">
                  <a16:creationId xmlns:a16="http://schemas.microsoft.com/office/drawing/2014/main" id="{E5C1C843-0CDF-4407-6DE1-F0A929E475AD}"/>
                </a:ext>
              </a:extLst>
            </p:cNvPr>
            <p:cNvCxnSpPr>
              <a:cxnSpLocks/>
            </p:cNvCxnSpPr>
            <p:nvPr/>
          </p:nvCxnSpPr>
          <p:spPr>
            <a:xfrm>
              <a:off x="1835680" y="3667301"/>
              <a:ext cx="499387" cy="0"/>
            </a:xfrm>
            <a:prstGeom prst="straightConnector1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oup 23">
              <a:extLst>
                <a:ext uri="{FF2B5EF4-FFF2-40B4-BE49-F238E27FC236}">
                  <a16:creationId xmlns:a16="http://schemas.microsoft.com/office/drawing/2014/main" id="{0251EB54-04AD-A0C3-D024-6AEC0A48023A}"/>
                </a:ext>
              </a:extLst>
            </p:cNvPr>
            <p:cNvGrpSpPr/>
            <p:nvPr/>
          </p:nvGrpSpPr>
          <p:grpSpPr>
            <a:xfrm>
              <a:off x="1247028" y="3434143"/>
              <a:ext cx="509822" cy="572658"/>
              <a:chOff x="7229013" y="3932890"/>
              <a:chExt cx="509822" cy="572658"/>
            </a:xfrm>
          </p:grpSpPr>
          <p:sp>
            <p:nvSpPr>
              <p:cNvPr id="49" name="Freeform: Shape 194">
                <a:extLst>
                  <a:ext uri="{FF2B5EF4-FFF2-40B4-BE49-F238E27FC236}">
                    <a16:creationId xmlns:a16="http://schemas.microsoft.com/office/drawing/2014/main" id="{B5C030AE-6843-6F36-026A-82ABFECF77FA}"/>
                  </a:ext>
                </a:extLst>
              </p:cNvPr>
              <p:cNvSpPr/>
              <p:nvPr/>
            </p:nvSpPr>
            <p:spPr>
              <a:xfrm>
                <a:off x="7229013" y="3932890"/>
                <a:ext cx="509822" cy="572658"/>
              </a:xfrm>
              <a:custGeom>
                <a:avLst/>
                <a:gdLst>
                  <a:gd name="connsiteX0" fmla="*/ 1263423 w 2526846"/>
                  <a:gd name="connsiteY0" fmla="*/ 0 h 2838291"/>
                  <a:gd name="connsiteX1" fmla="*/ 1396808 w 2526846"/>
                  <a:gd name="connsiteY1" fmla="*/ 31204 h 2838291"/>
                  <a:gd name="connsiteX2" fmla="*/ 2361449 w 2526846"/>
                  <a:gd name="connsiteY2" fmla="*/ 513410 h 2838291"/>
                  <a:gd name="connsiteX3" fmla="*/ 2526846 w 2526846"/>
                  <a:gd name="connsiteY3" fmla="*/ 781183 h 2838291"/>
                  <a:gd name="connsiteX4" fmla="*/ 2526846 w 2526846"/>
                  <a:gd name="connsiteY4" fmla="*/ 2057108 h 2838291"/>
                  <a:gd name="connsiteX5" fmla="*/ 2361449 w 2526846"/>
                  <a:gd name="connsiteY5" fmla="*/ 2324881 h 2838291"/>
                  <a:gd name="connsiteX6" fmla="*/ 1396808 w 2526846"/>
                  <a:gd name="connsiteY6" fmla="*/ 2807087 h 2838291"/>
                  <a:gd name="connsiteX7" fmla="*/ 1130038 w 2526846"/>
                  <a:gd name="connsiteY7" fmla="*/ 2807087 h 2838291"/>
                  <a:gd name="connsiteX8" fmla="*/ 165398 w 2526846"/>
                  <a:gd name="connsiteY8" fmla="*/ 2324881 h 2838291"/>
                  <a:gd name="connsiteX9" fmla="*/ 0 w 2526846"/>
                  <a:gd name="connsiteY9" fmla="*/ 2057108 h 2838291"/>
                  <a:gd name="connsiteX10" fmla="*/ 0 w 2526846"/>
                  <a:gd name="connsiteY10" fmla="*/ 781183 h 2838291"/>
                  <a:gd name="connsiteX11" fmla="*/ 165398 w 2526846"/>
                  <a:gd name="connsiteY11" fmla="*/ 513410 h 2838291"/>
                  <a:gd name="connsiteX12" fmla="*/ 1130038 w 2526846"/>
                  <a:gd name="connsiteY12" fmla="*/ 31204 h 2838291"/>
                  <a:gd name="connsiteX13" fmla="*/ 1263423 w 2526846"/>
                  <a:gd name="connsiteY13" fmla="*/ 0 h 283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26846" h="2838291">
                    <a:moveTo>
                      <a:pt x="1263423" y="0"/>
                    </a:moveTo>
                    <a:cubicBezTo>
                      <a:pt x="1309041" y="0"/>
                      <a:pt x="1354659" y="10401"/>
                      <a:pt x="1396808" y="31204"/>
                    </a:cubicBezTo>
                    <a:cubicBezTo>
                      <a:pt x="1396808" y="31204"/>
                      <a:pt x="1396808" y="31204"/>
                      <a:pt x="2361449" y="513410"/>
                    </a:cubicBezTo>
                    <a:cubicBezTo>
                      <a:pt x="2462821" y="564618"/>
                      <a:pt x="2526846" y="668100"/>
                      <a:pt x="2526846" y="781183"/>
                    </a:cubicBezTo>
                    <a:cubicBezTo>
                      <a:pt x="2526846" y="781183"/>
                      <a:pt x="2526846" y="781183"/>
                      <a:pt x="2526846" y="2057108"/>
                    </a:cubicBezTo>
                    <a:cubicBezTo>
                      <a:pt x="2526846" y="2170191"/>
                      <a:pt x="2462821" y="2273674"/>
                      <a:pt x="2361449" y="2324881"/>
                    </a:cubicBezTo>
                    <a:cubicBezTo>
                      <a:pt x="2361449" y="2324881"/>
                      <a:pt x="2361449" y="2324881"/>
                      <a:pt x="1396808" y="2807087"/>
                    </a:cubicBezTo>
                    <a:cubicBezTo>
                      <a:pt x="1312509" y="2848693"/>
                      <a:pt x="1214337" y="2848693"/>
                      <a:pt x="1130038" y="2807087"/>
                    </a:cubicBezTo>
                    <a:cubicBezTo>
                      <a:pt x="1130038" y="2807087"/>
                      <a:pt x="1130038" y="2807087"/>
                      <a:pt x="165398" y="2324881"/>
                    </a:cubicBezTo>
                    <a:cubicBezTo>
                      <a:pt x="64025" y="2273674"/>
                      <a:pt x="0" y="2170191"/>
                      <a:pt x="0" y="2057108"/>
                    </a:cubicBezTo>
                    <a:cubicBezTo>
                      <a:pt x="0" y="2057108"/>
                      <a:pt x="0" y="2057108"/>
                      <a:pt x="0" y="781183"/>
                    </a:cubicBezTo>
                    <a:cubicBezTo>
                      <a:pt x="0" y="668100"/>
                      <a:pt x="64025" y="564618"/>
                      <a:pt x="165398" y="513410"/>
                    </a:cubicBezTo>
                    <a:cubicBezTo>
                      <a:pt x="165398" y="513410"/>
                      <a:pt x="165398" y="513410"/>
                      <a:pt x="1130038" y="31204"/>
                    </a:cubicBezTo>
                    <a:cubicBezTo>
                      <a:pt x="1172188" y="10401"/>
                      <a:pt x="1217806" y="0"/>
                      <a:pt x="1263423" y="0"/>
                    </a:cubicBezTo>
                    <a:close/>
                  </a:path>
                </a:pathLst>
              </a:cu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solidFill>
                    <a:srgbClr val="1F497D"/>
                  </a:solidFill>
                  <a:latin typeface="Arial" charset="0"/>
                  <a:ea typeface="方正兰亭黑_GBK" panose="02000000000000000000" pitchFamily="2" charset="-122"/>
                </a:endParaRPr>
              </a:p>
            </p:txBody>
          </p:sp>
          <p:sp>
            <p:nvSpPr>
              <p:cNvPr id="50" name="Freeform 167">
                <a:extLst>
                  <a:ext uri="{FF2B5EF4-FFF2-40B4-BE49-F238E27FC236}">
                    <a16:creationId xmlns:a16="http://schemas.microsoft.com/office/drawing/2014/main" id="{27A8C498-A2B3-40E6-5877-DDD41CA5C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8573" y="4123060"/>
                <a:ext cx="190703" cy="192319"/>
              </a:xfrm>
              <a:custGeom>
                <a:avLst/>
                <a:gdLst>
                  <a:gd name="T0" fmla="*/ 79322 w 418"/>
                  <a:gd name="T1" fmla="*/ 0 h 417"/>
                  <a:gd name="T2" fmla="*/ 79322 w 418"/>
                  <a:gd name="T3" fmla="*/ 0 h 417"/>
                  <a:gd name="T4" fmla="*/ 0 w 418"/>
                  <a:gd name="T5" fmla="*/ 79733 h 417"/>
                  <a:gd name="T6" fmla="*/ 79322 w 418"/>
                  <a:gd name="T7" fmla="*/ 79733 h 417"/>
                  <a:gd name="T8" fmla="*/ 79322 w 418"/>
                  <a:gd name="T9" fmla="*/ 0 h 417"/>
                  <a:gd name="T10" fmla="*/ 103074 w 418"/>
                  <a:gd name="T11" fmla="*/ 0 h 417"/>
                  <a:gd name="T12" fmla="*/ 103074 w 418"/>
                  <a:gd name="T13" fmla="*/ 0 h 417"/>
                  <a:gd name="T14" fmla="*/ 103074 w 418"/>
                  <a:gd name="T15" fmla="*/ 91965 h 417"/>
                  <a:gd name="T16" fmla="*/ 91422 w 418"/>
                  <a:gd name="T17" fmla="*/ 103744 h 417"/>
                  <a:gd name="T18" fmla="*/ 0 w 418"/>
                  <a:gd name="T19" fmla="*/ 103744 h 417"/>
                  <a:gd name="T20" fmla="*/ 91422 w 418"/>
                  <a:gd name="T21" fmla="*/ 188460 h 417"/>
                  <a:gd name="T22" fmla="*/ 186877 w 418"/>
                  <a:gd name="T23" fmla="*/ 91965 h 417"/>
                  <a:gd name="T24" fmla="*/ 103074 w 418"/>
                  <a:gd name="T25" fmla="*/ 0 h 41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8" h="417">
                    <a:moveTo>
                      <a:pt x="177" y="0"/>
                    </a:moveTo>
                    <a:lnTo>
                      <a:pt x="177" y="0"/>
                    </a:lnTo>
                    <a:cubicBezTo>
                      <a:pt x="80" y="9"/>
                      <a:pt x="9" y="88"/>
                      <a:pt x="0" y="176"/>
                    </a:cubicBezTo>
                    <a:cubicBezTo>
                      <a:pt x="177" y="176"/>
                      <a:pt x="177" y="176"/>
                      <a:pt x="177" y="176"/>
                    </a:cubicBezTo>
                    <a:lnTo>
                      <a:pt x="177" y="0"/>
                    </a:lnTo>
                    <a:close/>
                    <a:moveTo>
                      <a:pt x="230" y="0"/>
                    </a:moveTo>
                    <a:lnTo>
                      <a:pt x="230" y="0"/>
                    </a:lnTo>
                    <a:cubicBezTo>
                      <a:pt x="230" y="203"/>
                      <a:pt x="230" y="203"/>
                      <a:pt x="230" y="203"/>
                    </a:cubicBezTo>
                    <a:cubicBezTo>
                      <a:pt x="230" y="221"/>
                      <a:pt x="222" y="229"/>
                      <a:pt x="204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9" y="336"/>
                      <a:pt x="98" y="416"/>
                      <a:pt x="204" y="416"/>
                    </a:cubicBezTo>
                    <a:cubicBezTo>
                      <a:pt x="319" y="416"/>
                      <a:pt x="417" y="319"/>
                      <a:pt x="417" y="203"/>
                    </a:cubicBezTo>
                    <a:cubicBezTo>
                      <a:pt x="417" y="97"/>
                      <a:pt x="337" y="9"/>
                      <a:pt x="230" y="0"/>
                    </a:cubicBezTo>
                    <a:close/>
                  </a:path>
                </a:pathLst>
              </a:custGeom>
              <a:ln>
                <a:solidFill>
                  <a:schemeClr val="bg1"/>
                </a:solidFill>
              </a:ln>
              <a:extLst>
                <a:ext uri="{91240B29-F687-4f45-9708-019B960494DF}">
                  <a14:hiddenLine xmlns:a14="http://schemas.microsoft.com/office/drawing/2010/main" xmlns="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 dirty="0">
                  <a:solidFill>
                    <a:srgbClr val="1F497D"/>
                  </a:solidFill>
                  <a:latin typeface="Arial" charset="0"/>
                  <a:ea typeface="方正兰亭黑_GBK" panose="02000000000000000000" pitchFamily="2" charset="-122"/>
                </a:endParaRP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835CC917-BC6E-FF52-BD61-9ECEB6A436AD}"/>
              </a:ext>
            </a:extLst>
          </p:cNvPr>
          <p:cNvGrpSpPr/>
          <p:nvPr/>
        </p:nvGrpSpPr>
        <p:grpSpPr>
          <a:xfrm>
            <a:off x="1746648" y="5042317"/>
            <a:ext cx="4537557" cy="761098"/>
            <a:chOff x="1247028" y="4445455"/>
            <a:chExt cx="4537557" cy="761098"/>
          </a:xfrm>
        </p:grpSpPr>
        <p:sp>
          <p:nvSpPr>
            <p:cNvPr id="51" name="TextBox 217">
              <a:extLst>
                <a:ext uri="{FF2B5EF4-FFF2-40B4-BE49-F238E27FC236}">
                  <a16:creationId xmlns:a16="http://schemas.microsoft.com/office/drawing/2014/main" id="{E0B7AE86-E9E7-084C-5E58-783A2335EDC4}"/>
                </a:ext>
              </a:extLst>
            </p:cNvPr>
            <p:cNvSpPr txBox="1"/>
            <p:nvPr/>
          </p:nvSpPr>
          <p:spPr>
            <a:xfrm>
              <a:off x="2473522" y="4445455"/>
              <a:ext cx="3050306" cy="45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第四章</a:t>
              </a:r>
              <a:endParaRPr 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TextBox 218">
              <a:extLst>
                <a:ext uri="{FF2B5EF4-FFF2-40B4-BE49-F238E27FC236}">
                  <a16:creationId xmlns:a16="http://schemas.microsoft.com/office/drawing/2014/main" id="{F981BF25-7B96-C3F2-945D-7C9B942EBB60}"/>
                </a:ext>
              </a:extLst>
            </p:cNvPr>
            <p:cNvSpPr txBox="1"/>
            <p:nvPr/>
          </p:nvSpPr>
          <p:spPr>
            <a:xfrm>
              <a:off x="2473522" y="4806988"/>
              <a:ext cx="3311063" cy="381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技术亮点与后续规划</a:t>
              </a:r>
            </a:p>
          </p:txBody>
        </p:sp>
        <p:cxnSp>
          <p:nvCxnSpPr>
            <p:cNvPr id="53" name="Straight Arrow Connector 246">
              <a:extLst>
                <a:ext uri="{FF2B5EF4-FFF2-40B4-BE49-F238E27FC236}">
                  <a16:creationId xmlns:a16="http://schemas.microsoft.com/office/drawing/2014/main" id="{DEFE8E0D-3E18-6FB6-BCBE-F566D2E5532C}"/>
                </a:ext>
              </a:extLst>
            </p:cNvPr>
            <p:cNvCxnSpPr>
              <a:cxnSpLocks/>
            </p:cNvCxnSpPr>
            <p:nvPr/>
          </p:nvCxnSpPr>
          <p:spPr>
            <a:xfrm>
              <a:off x="1835680" y="4867053"/>
              <a:ext cx="499387" cy="0"/>
            </a:xfrm>
            <a:prstGeom prst="straightConnector1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E7A7B9BF-889D-B2BB-F6E0-0707ECE3DBC1}"/>
                </a:ext>
              </a:extLst>
            </p:cNvPr>
            <p:cNvGrpSpPr/>
            <p:nvPr/>
          </p:nvGrpSpPr>
          <p:grpSpPr>
            <a:xfrm>
              <a:off x="1247028" y="4633895"/>
              <a:ext cx="509822" cy="572658"/>
              <a:chOff x="5954269" y="7121177"/>
              <a:chExt cx="509822" cy="572658"/>
            </a:xfrm>
          </p:grpSpPr>
          <p:sp>
            <p:nvSpPr>
              <p:cNvPr id="55" name="Freeform: Shape 194">
                <a:extLst>
                  <a:ext uri="{FF2B5EF4-FFF2-40B4-BE49-F238E27FC236}">
                    <a16:creationId xmlns:a16="http://schemas.microsoft.com/office/drawing/2014/main" id="{49399FFD-F159-F972-2B1E-3C1808B2C5CA}"/>
                  </a:ext>
                </a:extLst>
              </p:cNvPr>
              <p:cNvSpPr/>
              <p:nvPr/>
            </p:nvSpPr>
            <p:spPr>
              <a:xfrm>
                <a:off x="5954269" y="7121177"/>
                <a:ext cx="509822" cy="572658"/>
              </a:xfrm>
              <a:custGeom>
                <a:avLst/>
                <a:gdLst>
                  <a:gd name="connsiteX0" fmla="*/ 1263423 w 2526846"/>
                  <a:gd name="connsiteY0" fmla="*/ 0 h 2838291"/>
                  <a:gd name="connsiteX1" fmla="*/ 1396808 w 2526846"/>
                  <a:gd name="connsiteY1" fmla="*/ 31204 h 2838291"/>
                  <a:gd name="connsiteX2" fmla="*/ 2361449 w 2526846"/>
                  <a:gd name="connsiteY2" fmla="*/ 513410 h 2838291"/>
                  <a:gd name="connsiteX3" fmla="*/ 2526846 w 2526846"/>
                  <a:gd name="connsiteY3" fmla="*/ 781183 h 2838291"/>
                  <a:gd name="connsiteX4" fmla="*/ 2526846 w 2526846"/>
                  <a:gd name="connsiteY4" fmla="*/ 2057108 h 2838291"/>
                  <a:gd name="connsiteX5" fmla="*/ 2361449 w 2526846"/>
                  <a:gd name="connsiteY5" fmla="*/ 2324881 h 2838291"/>
                  <a:gd name="connsiteX6" fmla="*/ 1396808 w 2526846"/>
                  <a:gd name="connsiteY6" fmla="*/ 2807087 h 2838291"/>
                  <a:gd name="connsiteX7" fmla="*/ 1130038 w 2526846"/>
                  <a:gd name="connsiteY7" fmla="*/ 2807087 h 2838291"/>
                  <a:gd name="connsiteX8" fmla="*/ 165398 w 2526846"/>
                  <a:gd name="connsiteY8" fmla="*/ 2324881 h 2838291"/>
                  <a:gd name="connsiteX9" fmla="*/ 0 w 2526846"/>
                  <a:gd name="connsiteY9" fmla="*/ 2057108 h 2838291"/>
                  <a:gd name="connsiteX10" fmla="*/ 0 w 2526846"/>
                  <a:gd name="connsiteY10" fmla="*/ 781183 h 2838291"/>
                  <a:gd name="connsiteX11" fmla="*/ 165398 w 2526846"/>
                  <a:gd name="connsiteY11" fmla="*/ 513410 h 2838291"/>
                  <a:gd name="connsiteX12" fmla="*/ 1130038 w 2526846"/>
                  <a:gd name="connsiteY12" fmla="*/ 31204 h 2838291"/>
                  <a:gd name="connsiteX13" fmla="*/ 1263423 w 2526846"/>
                  <a:gd name="connsiteY13" fmla="*/ 0 h 283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26846" h="2838291">
                    <a:moveTo>
                      <a:pt x="1263423" y="0"/>
                    </a:moveTo>
                    <a:cubicBezTo>
                      <a:pt x="1309041" y="0"/>
                      <a:pt x="1354659" y="10401"/>
                      <a:pt x="1396808" y="31204"/>
                    </a:cubicBezTo>
                    <a:cubicBezTo>
                      <a:pt x="1396808" y="31204"/>
                      <a:pt x="1396808" y="31204"/>
                      <a:pt x="2361449" y="513410"/>
                    </a:cubicBezTo>
                    <a:cubicBezTo>
                      <a:pt x="2462821" y="564618"/>
                      <a:pt x="2526846" y="668100"/>
                      <a:pt x="2526846" y="781183"/>
                    </a:cubicBezTo>
                    <a:cubicBezTo>
                      <a:pt x="2526846" y="781183"/>
                      <a:pt x="2526846" y="781183"/>
                      <a:pt x="2526846" y="2057108"/>
                    </a:cubicBezTo>
                    <a:cubicBezTo>
                      <a:pt x="2526846" y="2170191"/>
                      <a:pt x="2462821" y="2273674"/>
                      <a:pt x="2361449" y="2324881"/>
                    </a:cubicBezTo>
                    <a:cubicBezTo>
                      <a:pt x="2361449" y="2324881"/>
                      <a:pt x="2361449" y="2324881"/>
                      <a:pt x="1396808" y="2807087"/>
                    </a:cubicBezTo>
                    <a:cubicBezTo>
                      <a:pt x="1312509" y="2848693"/>
                      <a:pt x="1214337" y="2848693"/>
                      <a:pt x="1130038" y="2807087"/>
                    </a:cubicBezTo>
                    <a:cubicBezTo>
                      <a:pt x="1130038" y="2807087"/>
                      <a:pt x="1130038" y="2807087"/>
                      <a:pt x="165398" y="2324881"/>
                    </a:cubicBezTo>
                    <a:cubicBezTo>
                      <a:pt x="64025" y="2273674"/>
                      <a:pt x="0" y="2170191"/>
                      <a:pt x="0" y="2057108"/>
                    </a:cubicBezTo>
                    <a:cubicBezTo>
                      <a:pt x="0" y="2057108"/>
                      <a:pt x="0" y="2057108"/>
                      <a:pt x="0" y="781183"/>
                    </a:cubicBezTo>
                    <a:cubicBezTo>
                      <a:pt x="0" y="668100"/>
                      <a:pt x="64025" y="564618"/>
                      <a:pt x="165398" y="513410"/>
                    </a:cubicBezTo>
                    <a:cubicBezTo>
                      <a:pt x="165398" y="513410"/>
                      <a:pt x="165398" y="513410"/>
                      <a:pt x="1130038" y="31204"/>
                    </a:cubicBezTo>
                    <a:cubicBezTo>
                      <a:pt x="1172188" y="10401"/>
                      <a:pt x="1217806" y="0"/>
                      <a:pt x="1263423" y="0"/>
                    </a:cubicBezTo>
                    <a:close/>
                  </a:path>
                </a:pathLst>
              </a:cu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solidFill>
                    <a:srgbClr val="1F497D"/>
                  </a:solidFill>
                  <a:latin typeface="Arial" charset="0"/>
                  <a:ea typeface="方正兰亭黑_GBK" panose="02000000000000000000" pitchFamily="2" charset="-122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0E2C7C4D-9185-1768-6687-8822474A5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3780" y="7312106"/>
                <a:ext cx="190800" cy="190800"/>
              </a:xfrm>
              <a:custGeom>
                <a:avLst/>
                <a:gdLst>
                  <a:gd name="T0" fmla="+- 0 10794 23"/>
                  <a:gd name="T1" fmla="*/ T0 w 21543"/>
                  <a:gd name="T2" fmla="*/ 10800 h 21600"/>
                  <a:gd name="T3" fmla="+- 0 10794 23"/>
                  <a:gd name="T4" fmla="*/ T3 w 21543"/>
                  <a:gd name="T5" fmla="*/ 10800 h 21600"/>
                  <a:gd name="T6" fmla="+- 0 10794 23"/>
                  <a:gd name="T7" fmla="*/ T6 w 21543"/>
                  <a:gd name="T8" fmla="*/ 10800 h 21600"/>
                  <a:gd name="T9" fmla="+- 0 10794 23"/>
                  <a:gd name="T10" fmla="*/ T9 w 21543"/>
                  <a:gd name="T11" fmla="*/ 10800 h 21600"/>
                </a:gdLst>
                <a:ahLst/>
                <a:cxnLst>
                  <a:cxn ang="0">
                    <a:pos x="T1" y="T2"/>
                  </a:cxn>
                  <a:cxn ang="0">
                    <a:pos x="T4" y="T5"/>
                  </a:cxn>
                  <a:cxn ang="0">
                    <a:pos x="T7" y="T8"/>
                  </a:cxn>
                  <a:cxn ang="0">
                    <a:pos x="T10" y="T11"/>
                  </a:cxn>
                </a:cxnLst>
                <a:rect l="0" t="0" r="r" b="b"/>
                <a:pathLst>
                  <a:path w="21543" h="21600">
                    <a:moveTo>
                      <a:pt x="16976" y="19986"/>
                    </a:moveTo>
                    <a:lnTo>
                      <a:pt x="11226" y="17680"/>
                    </a:lnTo>
                    <a:cubicBezTo>
                      <a:pt x="11088" y="17626"/>
                      <a:pt x="10946" y="17608"/>
                      <a:pt x="10806" y="17600"/>
                    </a:cubicBezTo>
                    <a:lnTo>
                      <a:pt x="19660" y="3837"/>
                    </a:lnTo>
                    <a:cubicBezTo>
                      <a:pt x="19660" y="3837"/>
                      <a:pt x="16976" y="19986"/>
                      <a:pt x="16976" y="19986"/>
                    </a:cubicBezTo>
                    <a:close/>
                    <a:moveTo>
                      <a:pt x="6859" y="16244"/>
                    </a:moveTo>
                    <a:cubicBezTo>
                      <a:pt x="6858" y="16242"/>
                      <a:pt x="6855" y="16240"/>
                      <a:pt x="6854" y="16238"/>
                    </a:cubicBezTo>
                    <a:lnTo>
                      <a:pt x="19606" y="2552"/>
                    </a:lnTo>
                    <a:lnTo>
                      <a:pt x="8735" y="19536"/>
                    </a:lnTo>
                    <a:cubicBezTo>
                      <a:pt x="8735" y="19536"/>
                      <a:pt x="6859" y="16244"/>
                      <a:pt x="6859" y="16244"/>
                    </a:cubicBezTo>
                    <a:close/>
                    <a:moveTo>
                      <a:pt x="2111" y="14024"/>
                    </a:moveTo>
                    <a:lnTo>
                      <a:pt x="17712" y="3595"/>
                    </a:lnTo>
                    <a:lnTo>
                      <a:pt x="6369" y="15770"/>
                    </a:lnTo>
                    <a:cubicBezTo>
                      <a:pt x="6309" y="15734"/>
                      <a:pt x="6256" y="15687"/>
                      <a:pt x="6190" y="15660"/>
                    </a:cubicBezTo>
                    <a:cubicBezTo>
                      <a:pt x="6190" y="15660"/>
                      <a:pt x="2111" y="14024"/>
                      <a:pt x="2111" y="14024"/>
                    </a:cubicBezTo>
                    <a:close/>
                    <a:moveTo>
                      <a:pt x="21234" y="108"/>
                    </a:moveTo>
                    <a:cubicBezTo>
                      <a:pt x="21123" y="35"/>
                      <a:pt x="20996" y="0"/>
                      <a:pt x="20868" y="0"/>
                    </a:cubicBezTo>
                    <a:cubicBezTo>
                      <a:pt x="20738" y="0"/>
                      <a:pt x="20608" y="36"/>
                      <a:pt x="20495" y="113"/>
                    </a:cubicBezTo>
                    <a:lnTo>
                      <a:pt x="299" y="13613"/>
                    </a:lnTo>
                    <a:cubicBezTo>
                      <a:pt x="91" y="13751"/>
                      <a:pt x="-23" y="13995"/>
                      <a:pt x="3" y="14244"/>
                    </a:cubicBezTo>
                    <a:cubicBezTo>
                      <a:pt x="28" y="14494"/>
                      <a:pt x="190" y="14708"/>
                      <a:pt x="422" y="14801"/>
                    </a:cubicBezTo>
                    <a:lnTo>
                      <a:pt x="5689" y="16914"/>
                    </a:lnTo>
                    <a:lnTo>
                      <a:pt x="8166" y="21259"/>
                    </a:lnTo>
                    <a:cubicBezTo>
                      <a:pt x="8284" y="21468"/>
                      <a:pt x="8505" y="21597"/>
                      <a:pt x="8743" y="21599"/>
                    </a:cubicBezTo>
                    <a:lnTo>
                      <a:pt x="8751" y="21599"/>
                    </a:lnTo>
                    <a:cubicBezTo>
                      <a:pt x="8987" y="21599"/>
                      <a:pt x="9206" y="21474"/>
                      <a:pt x="9328" y="21271"/>
                    </a:cubicBezTo>
                    <a:lnTo>
                      <a:pt x="10726" y="18934"/>
                    </a:lnTo>
                    <a:lnTo>
                      <a:pt x="17253" y="21551"/>
                    </a:lnTo>
                    <a:cubicBezTo>
                      <a:pt x="17332" y="21584"/>
                      <a:pt x="17418" y="21599"/>
                      <a:pt x="17502" y="21599"/>
                    </a:cubicBezTo>
                    <a:cubicBezTo>
                      <a:pt x="17617" y="21599"/>
                      <a:pt x="17731" y="21571"/>
                      <a:pt x="17832" y="21512"/>
                    </a:cubicBezTo>
                    <a:cubicBezTo>
                      <a:pt x="18010" y="21412"/>
                      <a:pt x="18133" y="21238"/>
                      <a:pt x="18167" y="21035"/>
                    </a:cubicBezTo>
                    <a:lnTo>
                      <a:pt x="21533" y="785"/>
                    </a:lnTo>
                    <a:cubicBezTo>
                      <a:pt x="21576" y="520"/>
                      <a:pt x="21459" y="254"/>
                      <a:pt x="21234" y="10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12700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0433" tIns="30433" rIns="30433" bIns="30433" anchor="ctr"/>
              <a:lstStyle/>
              <a:p>
                <a:pPr algn="ctr" defTabSz="365189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396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Gill Sans" charset="0"/>
                  <a:sym typeface="Gill Sans" charset="0"/>
                </a:endParaRPr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F81E6D4D-DA15-C353-5914-9D5B0A627118}"/>
              </a:ext>
            </a:extLst>
          </p:cNvPr>
          <p:cNvGrpSpPr/>
          <p:nvPr/>
        </p:nvGrpSpPr>
        <p:grpSpPr>
          <a:xfrm>
            <a:off x="1746648" y="1728767"/>
            <a:ext cx="5058964" cy="825386"/>
            <a:chOff x="1247028" y="1983290"/>
            <a:chExt cx="5058964" cy="825386"/>
          </a:xfrm>
        </p:grpSpPr>
        <p:sp>
          <p:nvSpPr>
            <p:cNvPr id="39" name="TextBox 212">
              <a:extLst>
                <a:ext uri="{FF2B5EF4-FFF2-40B4-BE49-F238E27FC236}">
                  <a16:creationId xmlns:a16="http://schemas.microsoft.com/office/drawing/2014/main" id="{3855F052-19F5-1C87-08A3-7220857ED82C}"/>
                </a:ext>
              </a:extLst>
            </p:cNvPr>
            <p:cNvSpPr txBox="1"/>
            <p:nvPr/>
          </p:nvSpPr>
          <p:spPr>
            <a:xfrm>
              <a:off x="2473522" y="1983290"/>
              <a:ext cx="2695616" cy="45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第一章</a:t>
              </a:r>
              <a:endParaRPr 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extBox 213">
              <a:extLst>
                <a:ext uri="{FF2B5EF4-FFF2-40B4-BE49-F238E27FC236}">
                  <a16:creationId xmlns:a16="http://schemas.microsoft.com/office/drawing/2014/main" id="{81AB6012-F566-FC1E-81D7-6C10739088B2}"/>
                </a:ext>
              </a:extLst>
            </p:cNvPr>
            <p:cNvSpPr txBox="1"/>
            <p:nvPr/>
          </p:nvSpPr>
          <p:spPr>
            <a:xfrm>
              <a:off x="2473522" y="2358028"/>
              <a:ext cx="3832470" cy="381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SOP 业务价值</a:t>
              </a:r>
            </a:p>
          </p:txBody>
        </p:sp>
        <p:cxnSp>
          <p:nvCxnSpPr>
            <p:cNvPr id="41" name="Straight Arrow Connector 247">
              <a:extLst>
                <a:ext uri="{FF2B5EF4-FFF2-40B4-BE49-F238E27FC236}">
                  <a16:creationId xmlns:a16="http://schemas.microsoft.com/office/drawing/2014/main" id="{27E4D631-BECD-7792-83C5-DE86FE1DD479}"/>
                </a:ext>
              </a:extLst>
            </p:cNvPr>
            <p:cNvCxnSpPr>
              <a:cxnSpLocks/>
            </p:cNvCxnSpPr>
            <p:nvPr/>
          </p:nvCxnSpPr>
          <p:spPr>
            <a:xfrm>
              <a:off x="1835680" y="2522347"/>
              <a:ext cx="499387" cy="0"/>
            </a:xfrm>
            <a:prstGeom prst="straightConnector1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E4E2A41-36C5-8685-672D-4286DDAFEFFF}"/>
                </a:ext>
              </a:extLst>
            </p:cNvPr>
            <p:cNvGrpSpPr/>
            <p:nvPr/>
          </p:nvGrpSpPr>
          <p:grpSpPr>
            <a:xfrm>
              <a:off x="1247028" y="2236018"/>
              <a:ext cx="509822" cy="572658"/>
              <a:chOff x="1247028" y="2216424"/>
              <a:chExt cx="509822" cy="572658"/>
            </a:xfrm>
          </p:grpSpPr>
          <p:sp>
            <p:nvSpPr>
              <p:cNvPr id="43" name="Freeform: Shape 197">
                <a:extLst>
                  <a:ext uri="{FF2B5EF4-FFF2-40B4-BE49-F238E27FC236}">
                    <a16:creationId xmlns:a16="http://schemas.microsoft.com/office/drawing/2014/main" id="{A2AB4B48-DD20-4A15-D8FC-237BE8D730E5}"/>
                  </a:ext>
                </a:extLst>
              </p:cNvPr>
              <p:cNvSpPr/>
              <p:nvPr/>
            </p:nvSpPr>
            <p:spPr>
              <a:xfrm>
                <a:off x="1247028" y="2216424"/>
                <a:ext cx="509822" cy="572658"/>
              </a:xfrm>
              <a:custGeom>
                <a:avLst/>
                <a:gdLst>
                  <a:gd name="connsiteX0" fmla="*/ 1263423 w 2526846"/>
                  <a:gd name="connsiteY0" fmla="*/ 0 h 2838291"/>
                  <a:gd name="connsiteX1" fmla="*/ 1396808 w 2526846"/>
                  <a:gd name="connsiteY1" fmla="*/ 31204 h 2838291"/>
                  <a:gd name="connsiteX2" fmla="*/ 2361449 w 2526846"/>
                  <a:gd name="connsiteY2" fmla="*/ 513410 h 2838291"/>
                  <a:gd name="connsiteX3" fmla="*/ 2526846 w 2526846"/>
                  <a:gd name="connsiteY3" fmla="*/ 781183 h 2838291"/>
                  <a:gd name="connsiteX4" fmla="*/ 2526846 w 2526846"/>
                  <a:gd name="connsiteY4" fmla="*/ 2057108 h 2838291"/>
                  <a:gd name="connsiteX5" fmla="*/ 2361449 w 2526846"/>
                  <a:gd name="connsiteY5" fmla="*/ 2324881 h 2838291"/>
                  <a:gd name="connsiteX6" fmla="*/ 1396808 w 2526846"/>
                  <a:gd name="connsiteY6" fmla="*/ 2807087 h 2838291"/>
                  <a:gd name="connsiteX7" fmla="*/ 1130038 w 2526846"/>
                  <a:gd name="connsiteY7" fmla="*/ 2807087 h 2838291"/>
                  <a:gd name="connsiteX8" fmla="*/ 165398 w 2526846"/>
                  <a:gd name="connsiteY8" fmla="*/ 2324881 h 2838291"/>
                  <a:gd name="connsiteX9" fmla="*/ 0 w 2526846"/>
                  <a:gd name="connsiteY9" fmla="*/ 2057108 h 2838291"/>
                  <a:gd name="connsiteX10" fmla="*/ 0 w 2526846"/>
                  <a:gd name="connsiteY10" fmla="*/ 781183 h 2838291"/>
                  <a:gd name="connsiteX11" fmla="*/ 165398 w 2526846"/>
                  <a:gd name="connsiteY11" fmla="*/ 513410 h 2838291"/>
                  <a:gd name="connsiteX12" fmla="*/ 1130038 w 2526846"/>
                  <a:gd name="connsiteY12" fmla="*/ 31204 h 2838291"/>
                  <a:gd name="connsiteX13" fmla="*/ 1263423 w 2526846"/>
                  <a:gd name="connsiteY13" fmla="*/ 0 h 283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26846" h="2838291">
                    <a:moveTo>
                      <a:pt x="1263423" y="0"/>
                    </a:moveTo>
                    <a:cubicBezTo>
                      <a:pt x="1309041" y="0"/>
                      <a:pt x="1354659" y="10401"/>
                      <a:pt x="1396808" y="31204"/>
                    </a:cubicBezTo>
                    <a:cubicBezTo>
                      <a:pt x="1396808" y="31204"/>
                      <a:pt x="1396808" y="31204"/>
                      <a:pt x="2361449" y="513410"/>
                    </a:cubicBezTo>
                    <a:cubicBezTo>
                      <a:pt x="2462821" y="564618"/>
                      <a:pt x="2526846" y="668100"/>
                      <a:pt x="2526846" y="781183"/>
                    </a:cubicBezTo>
                    <a:cubicBezTo>
                      <a:pt x="2526846" y="781183"/>
                      <a:pt x="2526846" y="781183"/>
                      <a:pt x="2526846" y="2057108"/>
                    </a:cubicBezTo>
                    <a:cubicBezTo>
                      <a:pt x="2526846" y="2170191"/>
                      <a:pt x="2462821" y="2273674"/>
                      <a:pt x="2361449" y="2324881"/>
                    </a:cubicBezTo>
                    <a:cubicBezTo>
                      <a:pt x="2361449" y="2324881"/>
                      <a:pt x="2361449" y="2324881"/>
                      <a:pt x="1396808" y="2807087"/>
                    </a:cubicBezTo>
                    <a:cubicBezTo>
                      <a:pt x="1312509" y="2848693"/>
                      <a:pt x="1214337" y="2848693"/>
                      <a:pt x="1130038" y="2807087"/>
                    </a:cubicBezTo>
                    <a:cubicBezTo>
                      <a:pt x="1130038" y="2807087"/>
                      <a:pt x="1130038" y="2807087"/>
                      <a:pt x="165398" y="2324881"/>
                    </a:cubicBezTo>
                    <a:cubicBezTo>
                      <a:pt x="64025" y="2273674"/>
                      <a:pt x="0" y="2170191"/>
                      <a:pt x="0" y="2057108"/>
                    </a:cubicBezTo>
                    <a:cubicBezTo>
                      <a:pt x="0" y="2057108"/>
                      <a:pt x="0" y="2057108"/>
                      <a:pt x="0" y="781183"/>
                    </a:cubicBezTo>
                    <a:cubicBezTo>
                      <a:pt x="0" y="668100"/>
                      <a:pt x="64025" y="564618"/>
                      <a:pt x="165398" y="513410"/>
                    </a:cubicBezTo>
                    <a:cubicBezTo>
                      <a:pt x="165398" y="513410"/>
                      <a:pt x="165398" y="513410"/>
                      <a:pt x="1130038" y="31204"/>
                    </a:cubicBezTo>
                    <a:cubicBezTo>
                      <a:pt x="1172188" y="10401"/>
                      <a:pt x="1217806" y="0"/>
                      <a:pt x="1263423" y="0"/>
                    </a:cubicBezTo>
                    <a:close/>
                  </a:path>
                </a:pathLst>
              </a:cu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200">
                  <a:solidFill>
                    <a:srgbClr val="1F497D"/>
                  </a:solidFill>
                  <a:latin typeface="Arial" charset="0"/>
                  <a:ea typeface="方正兰亭黑_GBK" panose="02000000000000000000" pitchFamily="2" charset="-122"/>
                </a:endParaRPr>
              </a:p>
            </p:txBody>
          </p:sp>
          <p:sp>
            <p:nvSpPr>
              <p:cNvPr id="57" name="Freeform 65">
                <a:extLst>
                  <a:ext uri="{FF2B5EF4-FFF2-40B4-BE49-F238E27FC236}">
                    <a16:creationId xmlns:a16="http://schemas.microsoft.com/office/drawing/2014/main" id="{ACC4C414-AE51-6AF6-B1AA-9980EED783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939" y="2403753"/>
                <a:ext cx="198000" cy="198000"/>
              </a:xfrm>
              <a:custGeom>
                <a:avLst/>
                <a:gdLst>
                  <a:gd name="T0" fmla="*/ 172604 w 417"/>
                  <a:gd name="T1" fmla="*/ 91192 h 417"/>
                  <a:gd name="T2" fmla="*/ 172604 w 417"/>
                  <a:gd name="T3" fmla="*/ 91192 h 417"/>
                  <a:gd name="T4" fmla="*/ 188460 w 417"/>
                  <a:gd name="T5" fmla="*/ 63340 h 417"/>
                  <a:gd name="T6" fmla="*/ 184836 w 417"/>
                  <a:gd name="T7" fmla="*/ 47617 h 417"/>
                  <a:gd name="T8" fmla="*/ 152671 w 417"/>
                  <a:gd name="T9" fmla="*/ 35488 h 417"/>
                  <a:gd name="T10" fmla="*/ 144516 w 417"/>
                  <a:gd name="T11" fmla="*/ 7637 h 417"/>
                  <a:gd name="T12" fmla="*/ 124583 w 417"/>
                  <a:gd name="T13" fmla="*/ 0 h 417"/>
                  <a:gd name="T14" fmla="*/ 96495 w 417"/>
                  <a:gd name="T15" fmla="*/ 15723 h 417"/>
                  <a:gd name="T16" fmla="*/ 68407 w 417"/>
                  <a:gd name="T17" fmla="*/ 0 h 417"/>
                  <a:gd name="T18" fmla="*/ 48474 w 417"/>
                  <a:gd name="T19" fmla="*/ 7637 h 417"/>
                  <a:gd name="T20" fmla="*/ 40320 w 417"/>
                  <a:gd name="T21" fmla="*/ 35488 h 417"/>
                  <a:gd name="T22" fmla="*/ 8155 w 417"/>
                  <a:gd name="T23" fmla="*/ 47617 h 417"/>
                  <a:gd name="T24" fmla="*/ 0 w 417"/>
                  <a:gd name="T25" fmla="*/ 63340 h 417"/>
                  <a:gd name="T26" fmla="*/ 19933 w 417"/>
                  <a:gd name="T27" fmla="*/ 91192 h 417"/>
                  <a:gd name="T28" fmla="*/ 0 w 417"/>
                  <a:gd name="T29" fmla="*/ 123536 h 417"/>
                  <a:gd name="T30" fmla="*/ 8155 w 417"/>
                  <a:gd name="T31" fmla="*/ 139258 h 417"/>
                  <a:gd name="T32" fmla="*/ 40320 w 417"/>
                  <a:gd name="T33" fmla="*/ 147344 h 417"/>
                  <a:gd name="T34" fmla="*/ 48474 w 417"/>
                  <a:gd name="T35" fmla="*/ 178790 h 417"/>
                  <a:gd name="T36" fmla="*/ 68407 w 417"/>
                  <a:gd name="T37" fmla="*/ 186876 h 417"/>
                  <a:gd name="T38" fmla="*/ 96495 w 417"/>
                  <a:gd name="T39" fmla="*/ 167110 h 417"/>
                  <a:gd name="T40" fmla="*/ 124583 w 417"/>
                  <a:gd name="T41" fmla="*/ 186876 h 417"/>
                  <a:gd name="T42" fmla="*/ 144516 w 417"/>
                  <a:gd name="T43" fmla="*/ 178790 h 417"/>
                  <a:gd name="T44" fmla="*/ 152671 w 417"/>
                  <a:gd name="T45" fmla="*/ 147344 h 417"/>
                  <a:gd name="T46" fmla="*/ 184836 w 417"/>
                  <a:gd name="T47" fmla="*/ 139258 h 417"/>
                  <a:gd name="T48" fmla="*/ 188460 w 417"/>
                  <a:gd name="T49" fmla="*/ 119043 h 417"/>
                  <a:gd name="T50" fmla="*/ 172604 w 417"/>
                  <a:gd name="T51" fmla="*/ 91192 h 417"/>
                  <a:gd name="T52" fmla="*/ 96495 w 417"/>
                  <a:gd name="T53" fmla="*/ 131172 h 417"/>
                  <a:gd name="T54" fmla="*/ 96495 w 417"/>
                  <a:gd name="T55" fmla="*/ 131172 h 417"/>
                  <a:gd name="T56" fmla="*/ 56629 w 417"/>
                  <a:gd name="T57" fmla="*/ 91192 h 417"/>
                  <a:gd name="T58" fmla="*/ 96495 w 417"/>
                  <a:gd name="T59" fmla="*/ 51660 h 417"/>
                  <a:gd name="T60" fmla="*/ 136362 w 417"/>
                  <a:gd name="T61" fmla="*/ 91192 h 417"/>
                  <a:gd name="T62" fmla="*/ 96495 w 417"/>
                  <a:gd name="T63" fmla="*/ 131172 h 4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417" h="417">
                    <a:moveTo>
                      <a:pt x="381" y="203"/>
                    </a:moveTo>
                    <a:lnTo>
                      <a:pt x="381" y="203"/>
                    </a:lnTo>
                    <a:cubicBezTo>
                      <a:pt x="381" y="177"/>
                      <a:pt x="399" y="159"/>
                      <a:pt x="416" y="141"/>
                    </a:cubicBezTo>
                    <a:cubicBezTo>
                      <a:pt x="416" y="132"/>
                      <a:pt x="408" y="115"/>
                      <a:pt x="408" y="106"/>
                    </a:cubicBezTo>
                    <a:cubicBezTo>
                      <a:pt x="372" y="115"/>
                      <a:pt x="354" y="97"/>
                      <a:pt x="337" y="79"/>
                    </a:cubicBezTo>
                    <a:cubicBezTo>
                      <a:pt x="319" y="62"/>
                      <a:pt x="310" y="44"/>
                      <a:pt x="319" y="17"/>
                    </a:cubicBezTo>
                    <a:cubicBezTo>
                      <a:pt x="310" y="9"/>
                      <a:pt x="293" y="0"/>
                      <a:pt x="275" y="0"/>
                    </a:cubicBezTo>
                    <a:cubicBezTo>
                      <a:pt x="266" y="17"/>
                      <a:pt x="240" y="35"/>
                      <a:pt x="213" y="35"/>
                    </a:cubicBezTo>
                    <a:cubicBezTo>
                      <a:pt x="187" y="35"/>
                      <a:pt x="160" y="17"/>
                      <a:pt x="151" y="0"/>
                    </a:cubicBezTo>
                    <a:cubicBezTo>
                      <a:pt x="133" y="0"/>
                      <a:pt x="116" y="9"/>
                      <a:pt x="107" y="17"/>
                    </a:cubicBezTo>
                    <a:cubicBezTo>
                      <a:pt x="116" y="44"/>
                      <a:pt x="107" y="62"/>
                      <a:pt x="89" y="79"/>
                    </a:cubicBezTo>
                    <a:cubicBezTo>
                      <a:pt x="72" y="97"/>
                      <a:pt x="44" y="115"/>
                      <a:pt x="18" y="106"/>
                    </a:cubicBezTo>
                    <a:cubicBezTo>
                      <a:pt x="18" y="115"/>
                      <a:pt x="9" y="132"/>
                      <a:pt x="0" y="141"/>
                    </a:cubicBezTo>
                    <a:cubicBezTo>
                      <a:pt x="27" y="159"/>
                      <a:pt x="44" y="177"/>
                      <a:pt x="44" y="203"/>
                    </a:cubicBezTo>
                    <a:cubicBezTo>
                      <a:pt x="44" y="230"/>
                      <a:pt x="27" y="256"/>
                      <a:pt x="0" y="275"/>
                    </a:cubicBezTo>
                    <a:cubicBezTo>
                      <a:pt x="9" y="283"/>
                      <a:pt x="18" y="301"/>
                      <a:pt x="18" y="310"/>
                    </a:cubicBezTo>
                    <a:cubicBezTo>
                      <a:pt x="44" y="310"/>
                      <a:pt x="72" y="310"/>
                      <a:pt x="89" y="328"/>
                    </a:cubicBezTo>
                    <a:cubicBezTo>
                      <a:pt x="107" y="345"/>
                      <a:pt x="116" y="372"/>
                      <a:pt x="107" y="398"/>
                    </a:cubicBezTo>
                    <a:cubicBezTo>
                      <a:pt x="116" y="407"/>
                      <a:pt x="133" y="407"/>
                      <a:pt x="151" y="416"/>
                    </a:cubicBezTo>
                    <a:cubicBezTo>
                      <a:pt x="160" y="389"/>
                      <a:pt x="187" y="372"/>
                      <a:pt x="213" y="372"/>
                    </a:cubicBezTo>
                    <a:cubicBezTo>
                      <a:pt x="240" y="372"/>
                      <a:pt x="266" y="389"/>
                      <a:pt x="275" y="416"/>
                    </a:cubicBezTo>
                    <a:cubicBezTo>
                      <a:pt x="293" y="407"/>
                      <a:pt x="310" y="407"/>
                      <a:pt x="319" y="398"/>
                    </a:cubicBezTo>
                    <a:cubicBezTo>
                      <a:pt x="310" y="372"/>
                      <a:pt x="319" y="345"/>
                      <a:pt x="337" y="328"/>
                    </a:cubicBezTo>
                    <a:cubicBezTo>
                      <a:pt x="354" y="310"/>
                      <a:pt x="372" y="301"/>
                      <a:pt x="408" y="310"/>
                    </a:cubicBezTo>
                    <a:cubicBezTo>
                      <a:pt x="408" y="292"/>
                      <a:pt x="416" y="283"/>
                      <a:pt x="416" y="265"/>
                    </a:cubicBezTo>
                    <a:cubicBezTo>
                      <a:pt x="399" y="256"/>
                      <a:pt x="381" y="230"/>
                      <a:pt x="381" y="203"/>
                    </a:cubicBezTo>
                    <a:close/>
                    <a:moveTo>
                      <a:pt x="213" y="292"/>
                    </a:moveTo>
                    <a:lnTo>
                      <a:pt x="213" y="292"/>
                    </a:lnTo>
                    <a:cubicBezTo>
                      <a:pt x="160" y="292"/>
                      <a:pt x="125" y="256"/>
                      <a:pt x="125" y="203"/>
                    </a:cubicBezTo>
                    <a:cubicBezTo>
                      <a:pt x="125" y="159"/>
                      <a:pt x="160" y="115"/>
                      <a:pt x="213" y="115"/>
                    </a:cubicBezTo>
                    <a:cubicBezTo>
                      <a:pt x="266" y="115"/>
                      <a:pt x="301" y="159"/>
                      <a:pt x="301" y="203"/>
                    </a:cubicBezTo>
                    <a:cubicBezTo>
                      <a:pt x="301" y="256"/>
                      <a:pt x="266" y="292"/>
                      <a:pt x="213" y="292"/>
                    </a:cubicBezTo>
                    <a:close/>
                  </a:path>
                </a:pathLst>
              </a:custGeom>
              <a:noFill/>
              <a:ln w="63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Arial" charset="0"/>
                  <a:ea typeface="方正兰亭黑_GBK" panose="02000000000000000000" pitchFamily="2" charset="-122"/>
                  <a:cs typeface="+mn-cs"/>
                </a:endParaRPr>
              </a:p>
            </p:txBody>
          </p:sp>
        </p:grpSp>
      </p:grpSp>
      <p:sp>
        <p:nvSpPr>
          <p:cNvPr id="59" name="TextBox 202">
            <a:extLst>
              <a:ext uri="{FF2B5EF4-FFF2-40B4-BE49-F238E27FC236}">
                <a16:creationId xmlns:a16="http://schemas.microsoft.com/office/drawing/2014/main" id="{39D9A70B-1468-4A32-1487-81FE5D5278F8}"/>
              </a:ext>
            </a:extLst>
          </p:cNvPr>
          <p:cNvSpPr txBox="1"/>
          <p:nvPr/>
        </p:nvSpPr>
        <p:spPr>
          <a:xfrm>
            <a:off x="335405" y="905483"/>
            <a:ext cx="1604370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/>
            <a:r>
              <a:rPr lang="zh-CN" altLang="en-US" sz="3375" b="1" dirty="0">
                <a:solidFill>
                  <a:srgbClr val="D9D9D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tamaran Bold" panose="00000800000000000000" pitchFamily="2" charset="0"/>
              </a:rPr>
              <a:t>目 录</a:t>
            </a:r>
            <a:endParaRPr lang="en-US" sz="3375" b="1" dirty="0">
              <a:solidFill>
                <a:srgbClr val="D9D9D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tamaran Bold" panose="00000800000000000000" pitchFamily="2" charset="0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C23A7F8E-1442-663C-7ED6-04EAFD4BB7CE}"/>
              </a:ext>
            </a:extLst>
          </p:cNvPr>
          <p:cNvCxnSpPr/>
          <p:nvPr/>
        </p:nvCxnSpPr>
        <p:spPr>
          <a:xfrm>
            <a:off x="1999829" y="1171714"/>
            <a:ext cx="4646587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548FA74-F9D3-2837-0874-B376DC5F04C6}"/>
              </a:ext>
            </a:extLst>
          </p:cNvPr>
          <p:cNvGrpSpPr/>
          <p:nvPr/>
        </p:nvGrpSpPr>
        <p:grpSpPr>
          <a:xfrm>
            <a:off x="1746648" y="3934691"/>
            <a:ext cx="4537557" cy="798616"/>
            <a:chOff x="1247028" y="4189214"/>
            <a:chExt cx="4537557" cy="798616"/>
          </a:xfrm>
        </p:grpSpPr>
        <p:sp>
          <p:nvSpPr>
            <p:cNvPr id="65" name="TextBox 217">
              <a:extLst>
                <a:ext uri="{FF2B5EF4-FFF2-40B4-BE49-F238E27FC236}">
                  <a16:creationId xmlns:a16="http://schemas.microsoft.com/office/drawing/2014/main" id="{8ED1373F-0588-CF31-B490-05F392E22C5F}"/>
                </a:ext>
              </a:extLst>
            </p:cNvPr>
            <p:cNvSpPr txBox="1"/>
            <p:nvPr/>
          </p:nvSpPr>
          <p:spPr>
            <a:xfrm>
              <a:off x="2473522" y="4189214"/>
              <a:ext cx="3050306" cy="45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第三章</a:t>
              </a:r>
              <a:endPara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TextBox 218">
              <a:extLst>
                <a:ext uri="{FF2B5EF4-FFF2-40B4-BE49-F238E27FC236}">
                  <a16:creationId xmlns:a16="http://schemas.microsoft.com/office/drawing/2014/main" id="{2BAA2A1F-E0EA-D2D4-2277-BBB9DF21FB96}"/>
                </a:ext>
              </a:extLst>
            </p:cNvPr>
            <p:cNvSpPr txBox="1"/>
            <p:nvPr/>
          </p:nvSpPr>
          <p:spPr>
            <a:xfrm>
              <a:off x="2473522" y="4606572"/>
              <a:ext cx="3311063" cy="381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技术实现过程</a:t>
              </a:r>
            </a:p>
          </p:txBody>
        </p:sp>
        <p:cxnSp>
          <p:nvCxnSpPr>
            <p:cNvPr id="67" name="Straight Arrow Connector 246">
              <a:extLst>
                <a:ext uri="{FF2B5EF4-FFF2-40B4-BE49-F238E27FC236}">
                  <a16:creationId xmlns:a16="http://schemas.microsoft.com/office/drawing/2014/main" id="{AB4CAA04-355D-01A9-1EDE-67715D1A6792}"/>
                </a:ext>
              </a:extLst>
            </p:cNvPr>
            <p:cNvCxnSpPr>
              <a:cxnSpLocks/>
            </p:cNvCxnSpPr>
            <p:nvPr/>
          </p:nvCxnSpPr>
          <p:spPr>
            <a:xfrm>
              <a:off x="1835680" y="4642818"/>
              <a:ext cx="499387" cy="0"/>
            </a:xfrm>
            <a:prstGeom prst="straightConnector1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  <a:headEnd type="none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194">
              <a:extLst>
                <a:ext uri="{FF2B5EF4-FFF2-40B4-BE49-F238E27FC236}">
                  <a16:creationId xmlns:a16="http://schemas.microsoft.com/office/drawing/2014/main" id="{59613264-0289-483B-CA31-E740346562C8}"/>
                </a:ext>
              </a:extLst>
            </p:cNvPr>
            <p:cNvSpPr/>
            <p:nvPr/>
          </p:nvSpPr>
          <p:spPr>
            <a:xfrm>
              <a:off x="1247028" y="4409660"/>
              <a:ext cx="509822" cy="572658"/>
            </a:xfrm>
            <a:custGeom>
              <a:avLst/>
              <a:gdLst>
                <a:gd name="connsiteX0" fmla="*/ 1263423 w 2526846"/>
                <a:gd name="connsiteY0" fmla="*/ 0 h 2838291"/>
                <a:gd name="connsiteX1" fmla="*/ 1396808 w 2526846"/>
                <a:gd name="connsiteY1" fmla="*/ 31204 h 2838291"/>
                <a:gd name="connsiteX2" fmla="*/ 2361449 w 2526846"/>
                <a:gd name="connsiteY2" fmla="*/ 513410 h 2838291"/>
                <a:gd name="connsiteX3" fmla="*/ 2526846 w 2526846"/>
                <a:gd name="connsiteY3" fmla="*/ 781183 h 2838291"/>
                <a:gd name="connsiteX4" fmla="*/ 2526846 w 2526846"/>
                <a:gd name="connsiteY4" fmla="*/ 2057108 h 2838291"/>
                <a:gd name="connsiteX5" fmla="*/ 2361449 w 2526846"/>
                <a:gd name="connsiteY5" fmla="*/ 2324881 h 2838291"/>
                <a:gd name="connsiteX6" fmla="*/ 1396808 w 2526846"/>
                <a:gd name="connsiteY6" fmla="*/ 2807087 h 2838291"/>
                <a:gd name="connsiteX7" fmla="*/ 1130038 w 2526846"/>
                <a:gd name="connsiteY7" fmla="*/ 2807087 h 2838291"/>
                <a:gd name="connsiteX8" fmla="*/ 165398 w 2526846"/>
                <a:gd name="connsiteY8" fmla="*/ 2324881 h 2838291"/>
                <a:gd name="connsiteX9" fmla="*/ 0 w 2526846"/>
                <a:gd name="connsiteY9" fmla="*/ 2057108 h 2838291"/>
                <a:gd name="connsiteX10" fmla="*/ 0 w 2526846"/>
                <a:gd name="connsiteY10" fmla="*/ 781183 h 2838291"/>
                <a:gd name="connsiteX11" fmla="*/ 165398 w 2526846"/>
                <a:gd name="connsiteY11" fmla="*/ 513410 h 2838291"/>
                <a:gd name="connsiteX12" fmla="*/ 1130038 w 2526846"/>
                <a:gd name="connsiteY12" fmla="*/ 31204 h 2838291"/>
                <a:gd name="connsiteX13" fmla="*/ 1263423 w 2526846"/>
                <a:gd name="connsiteY13" fmla="*/ 0 h 2838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26846" h="2838291">
                  <a:moveTo>
                    <a:pt x="1263423" y="0"/>
                  </a:moveTo>
                  <a:cubicBezTo>
                    <a:pt x="1309041" y="0"/>
                    <a:pt x="1354659" y="10401"/>
                    <a:pt x="1396808" y="31204"/>
                  </a:cubicBezTo>
                  <a:cubicBezTo>
                    <a:pt x="1396808" y="31204"/>
                    <a:pt x="1396808" y="31204"/>
                    <a:pt x="2361449" y="513410"/>
                  </a:cubicBezTo>
                  <a:cubicBezTo>
                    <a:pt x="2462821" y="564618"/>
                    <a:pt x="2526846" y="668100"/>
                    <a:pt x="2526846" y="781183"/>
                  </a:cubicBezTo>
                  <a:cubicBezTo>
                    <a:pt x="2526846" y="781183"/>
                    <a:pt x="2526846" y="781183"/>
                    <a:pt x="2526846" y="2057108"/>
                  </a:cubicBezTo>
                  <a:cubicBezTo>
                    <a:pt x="2526846" y="2170191"/>
                    <a:pt x="2462821" y="2273674"/>
                    <a:pt x="2361449" y="2324881"/>
                  </a:cubicBezTo>
                  <a:cubicBezTo>
                    <a:pt x="2361449" y="2324881"/>
                    <a:pt x="2361449" y="2324881"/>
                    <a:pt x="1396808" y="2807087"/>
                  </a:cubicBezTo>
                  <a:cubicBezTo>
                    <a:pt x="1312509" y="2848693"/>
                    <a:pt x="1214337" y="2848693"/>
                    <a:pt x="1130038" y="2807087"/>
                  </a:cubicBezTo>
                  <a:cubicBezTo>
                    <a:pt x="1130038" y="2807087"/>
                    <a:pt x="1130038" y="2807087"/>
                    <a:pt x="165398" y="2324881"/>
                  </a:cubicBezTo>
                  <a:cubicBezTo>
                    <a:pt x="64025" y="2273674"/>
                    <a:pt x="0" y="2170191"/>
                    <a:pt x="0" y="2057108"/>
                  </a:cubicBezTo>
                  <a:cubicBezTo>
                    <a:pt x="0" y="2057108"/>
                    <a:pt x="0" y="2057108"/>
                    <a:pt x="0" y="781183"/>
                  </a:cubicBezTo>
                  <a:cubicBezTo>
                    <a:pt x="0" y="668100"/>
                    <a:pt x="64025" y="564618"/>
                    <a:pt x="165398" y="513410"/>
                  </a:cubicBezTo>
                  <a:cubicBezTo>
                    <a:pt x="165398" y="513410"/>
                    <a:pt x="165398" y="513410"/>
                    <a:pt x="1130038" y="31204"/>
                  </a:cubicBezTo>
                  <a:cubicBezTo>
                    <a:pt x="1172188" y="10401"/>
                    <a:pt x="1217806" y="0"/>
                    <a:pt x="1263423" y="0"/>
                  </a:cubicBezTo>
                  <a:close/>
                </a:path>
              </a:pathLst>
            </a:cu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200">
                <a:solidFill>
                  <a:srgbClr val="1F497D"/>
                </a:solidFill>
                <a:latin typeface="Arial" charset="0"/>
                <a:ea typeface="方正兰亭黑_GBK" panose="02000000000000000000" pitchFamily="2" charset="-122"/>
              </a:endParaRPr>
            </a:p>
          </p:txBody>
        </p:sp>
        <p:sp>
          <p:nvSpPr>
            <p:cNvPr id="71" name="Freeform 39">
              <a:extLst>
                <a:ext uri="{FF2B5EF4-FFF2-40B4-BE49-F238E27FC236}">
                  <a16:creationId xmlns:a16="http://schemas.microsoft.com/office/drawing/2014/main" id="{193D5BAD-CAE0-377D-62EE-AABDC869A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939" y="4596989"/>
              <a:ext cx="198000" cy="198000"/>
            </a:xfrm>
            <a:custGeom>
              <a:avLst/>
              <a:gdLst>
                <a:gd name="T0" fmla="*/ 179752 w 444"/>
                <a:gd name="T1" fmla="*/ 23877 h 444"/>
                <a:gd name="T2" fmla="*/ 179752 w 444"/>
                <a:gd name="T3" fmla="*/ 23877 h 444"/>
                <a:gd name="T4" fmla="*/ 167589 w 444"/>
                <a:gd name="T5" fmla="*/ 23877 h 444"/>
                <a:gd name="T6" fmla="*/ 167589 w 444"/>
                <a:gd name="T7" fmla="*/ 44150 h 444"/>
                <a:gd name="T8" fmla="*/ 131998 w 444"/>
                <a:gd name="T9" fmla="*/ 44150 h 444"/>
                <a:gd name="T10" fmla="*/ 131998 w 444"/>
                <a:gd name="T11" fmla="*/ 23877 h 444"/>
                <a:gd name="T12" fmla="*/ 68027 w 444"/>
                <a:gd name="T13" fmla="*/ 23877 h 444"/>
                <a:gd name="T14" fmla="*/ 68027 w 444"/>
                <a:gd name="T15" fmla="*/ 44150 h 444"/>
                <a:gd name="T16" fmla="*/ 31986 w 444"/>
                <a:gd name="T17" fmla="*/ 44150 h 444"/>
                <a:gd name="T18" fmla="*/ 31986 w 444"/>
                <a:gd name="T19" fmla="*/ 23877 h 444"/>
                <a:gd name="T20" fmla="*/ 20273 w 444"/>
                <a:gd name="T21" fmla="*/ 23877 h 444"/>
                <a:gd name="T22" fmla="*/ 0 w 444"/>
                <a:gd name="T23" fmla="*/ 44150 h 444"/>
                <a:gd name="T24" fmla="*/ 0 w 444"/>
                <a:gd name="T25" fmla="*/ 179752 h 444"/>
                <a:gd name="T26" fmla="*/ 20273 w 444"/>
                <a:gd name="T27" fmla="*/ 199574 h 444"/>
                <a:gd name="T28" fmla="*/ 179752 w 444"/>
                <a:gd name="T29" fmla="*/ 199574 h 444"/>
                <a:gd name="T30" fmla="*/ 199574 w 444"/>
                <a:gd name="T31" fmla="*/ 179752 h 444"/>
                <a:gd name="T32" fmla="*/ 199574 w 444"/>
                <a:gd name="T33" fmla="*/ 44150 h 444"/>
                <a:gd name="T34" fmla="*/ 179752 w 444"/>
                <a:gd name="T35" fmla="*/ 23877 h 444"/>
                <a:gd name="T36" fmla="*/ 179752 w 444"/>
                <a:gd name="T37" fmla="*/ 179752 h 444"/>
                <a:gd name="T38" fmla="*/ 179752 w 444"/>
                <a:gd name="T39" fmla="*/ 179752 h 444"/>
                <a:gd name="T40" fmla="*/ 20273 w 444"/>
                <a:gd name="T41" fmla="*/ 179752 h 444"/>
                <a:gd name="T42" fmla="*/ 20273 w 444"/>
                <a:gd name="T43" fmla="*/ 88299 h 444"/>
                <a:gd name="T44" fmla="*/ 179752 w 444"/>
                <a:gd name="T45" fmla="*/ 88299 h 444"/>
                <a:gd name="T46" fmla="*/ 179752 w 444"/>
                <a:gd name="T47" fmla="*/ 179752 h 444"/>
                <a:gd name="T48" fmla="*/ 55863 w 444"/>
                <a:gd name="T49" fmla="*/ 0 h 444"/>
                <a:gd name="T50" fmla="*/ 55863 w 444"/>
                <a:gd name="T51" fmla="*/ 0 h 444"/>
                <a:gd name="T52" fmla="*/ 40095 w 444"/>
                <a:gd name="T53" fmla="*/ 0 h 444"/>
                <a:gd name="T54" fmla="*/ 40095 w 444"/>
                <a:gd name="T55" fmla="*/ 40095 h 444"/>
                <a:gd name="T56" fmla="*/ 55863 w 444"/>
                <a:gd name="T57" fmla="*/ 40095 h 444"/>
                <a:gd name="T58" fmla="*/ 55863 w 444"/>
                <a:gd name="T59" fmla="*/ 0 h 444"/>
                <a:gd name="T60" fmla="*/ 159479 w 444"/>
                <a:gd name="T61" fmla="*/ 0 h 444"/>
                <a:gd name="T62" fmla="*/ 159479 w 444"/>
                <a:gd name="T63" fmla="*/ 0 h 444"/>
                <a:gd name="T64" fmla="*/ 143712 w 444"/>
                <a:gd name="T65" fmla="*/ 0 h 444"/>
                <a:gd name="T66" fmla="*/ 143712 w 444"/>
                <a:gd name="T67" fmla="*/ 40095 h 444"/>
                <a:gd name="T68" fmla="*/ 159479 w 444"/>
                <a:gd name="T69" fmla="*/ 40095 h 444"/>
                <a:gd name="T70" fmla="*/ 159479 w 444"/>
                <a:gd name="T71" fmla="*/ 0 h 44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444" h="444">
                  <a:moveTo>
                    <a:pt x="399" y="53"/>
                  </a:moveTo>
                  <a:lnTo>
                    <a:pt x="399" y="53"/>
                  </a:lnTo>
                  <a:cubicBezTo>
                    <a:pt x="372" y="53"/>
                    <a:pt x="372" y="53"/>
                    <a:pt x="372" y="53"/>
                  </a:cubicBezTo>
                  <a:cubicBezTo>
                    <a:pt x="372" y="98"/>
                    <a:pt x="372" y="98"/>
                    <a:pt x="372" y="98"/>
                  </a:cubicBezTo>
                  <a:cubicBezTo>
                    <a:pt x="293" y="98"/>
                    <a:pt x="293" y="98"/>
                    <a:pt x="293" y="98"/>
                  </a:cubicBezTo>
                  <a:cubicBezTo>
                    <a:pt x="293" y="53"/>
                    <a:pt x="293" y="53"/>
                    <a:pt x="293" y="53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151" y="98"/>
                    <a:pt x="151" y="98"/>
                    <a:pt x="151" y="98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1" y="53"/>
                    <a:pt x="71" y="53"/>
                    <a:pt x="71" y="53"/>
                  </a:cubicBezTo>
                  <a:cubicBezTo>
                    <a:pt x="45" y="53"/>
                    <a:pt x="45" y="53"/>
                    <a:pt x="45" y="53"/>
                  </a:cubicBezTo>
                  <a:cubicBezTo>
                    <a:pt x="18" y="53"/>
                    <a:pt x="0" y="71"/>
                    <a:pt x="0" y="98"/>
                  </a:cubicBezTo>
                  <a:cubicBezTo>
                    <a:pt x="0" y="399"/>
                    <a:pt x="0" y="399"/>
                    <a:pt x="0" y="399"/>
                  </a:cubicBezTo>
                  <a:cubicBezTo>
                    <a:pt x="0" y="425"/>
                    <a:pt x="18" y="443"/>
                    <a:pt x="45" y="443"/>
                  </a:cubicBezTo>
                  <a:cubicBezTo>
                    <a:pt x="399" y="443"/>
                    <a:pt x="399" y="443"/>
                    <a:pt x="399" y="443"/>
                  </a:cubicBezTo>
                  <a:cubicBezTo>
                    <a:pt x="425" y="443"/>
                    <a:pt x="443" y="425"/>
                    <a:pt x="443" y="399"/>
                  </a:cubicBezTo>
                  <a:cubicBezTo>
                    <a:pt x="443" y="98"/>
                    <a:pt x="443" y="98"/>
                    <a:pt x="443" y="98"/>
                  </a:cubicBezTo>
                  <a:cubicBezTo>
                    <a:pt x="443" y="71"/>
                    <a:pt x="425" y="53"/>
                    <a:pt x="399" y="53"/>
                  </a:cubicBezTo>
                  <a:close/>
                  <a:moveTo>
                    <a:pt x="399" y="399"/>
                  </a:moveTo>
                  <a:lnTo>
                    <a:pt x="399" y="399"/>
                  </a:lnTo>
                  <a:cubicBezTo>
                    <a:pt x="45" y="399"/>
                    <a:pt x="45" y="399"/>
                    <a:pt x="45" y="399"/>
                  </a:cubicBezTo>
                  <a:cubicBezTo>
                    <a:pt x="45" y="196"/>
                    <a:pt x="45" y="196"/>
                    <a:pt x="45" y="196"/>
                  </a:cubicBezTo>
                  <a:cubicBezTo>
                    <a:pt x="399" y="196"/>
                    <a:pt x="399" y="196"/>
                    <a:pt x="399" y="196"/>
                  </a:cubicBezTo>
                  <a:lnTo>
                    <a:pt x="399" y="399"/>
                  </a:lnTo>
                  <a:close/>
                  <a:moveTo>
                    <a:pt x="124" y="0"/>
                  </a:moveTo>
                  <a:lnTo>
                    <a:pt x="124" y="0"/>
                  </a:lnTo>
                  <a:cubicBezTo>
                    <a:pt x="89" y="0"/>
                    <a:pt x="89" y="0"/>
                    <a:pt x="89" y="0"/>
                  </a:cubicBezTo>
                  <a:cubicBezTo>
                    <a:pt x="89" y="89"/>
                    <a:pt x="89" y="89"/>
                    <a:pt x="89" y="89"/>
                  </a:cubicBezTo>
                  <a:cubicBezTo>
                    <a:pt x="124" y="89"/>
                    <a:pt x="124" y="89"/>
                    <a:pt x="124" y="89"/>
                  </a:cubicBezTo>
                  <a:lnTo>
                    <a:pt x="124" y="0"/>
                  </a:lnTo>
                  <a:close/>
                  <a:moveTo>
                    <a:pt x="354" y="0"/>
                  </a:moveTo>
                  <a:lnTo>
                    <a:pt x="354" y="0"/>
                  </a:lnTo>
                  <a:cubicBezTo>
                    <a:pt x="319" y="0"/>
                    <a:pt x="319" y="0"/>
                    <a:pt x="319" y="0"/>
                  </a:cubicBezTo>
                  <a:cubicBezTo>
                    <a:pt x="319" y="89"/>
                    <a:pt x="319" y="89"/>
                    <a:pt x="319" y="89"/>
                  </a:cubicBezTo>
                  <a:cubicBezTo>
                    <a:pt x="354" y="89"/>
                    <a:pt x="354" y="89"/>
                    <a:pt x="354" y="89"/>
                  </a:cubicBezTo>
                  <a:lnTo>
                    <a:pt x="354" y="0"/>
                  </a:lnTo>
                  <a:close/>
                </a:path>
              </a:pathLst>
            </a:custGeom>
            <a:noFill/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Arial" charset="0"/>
                <a:ea typeface="方正兰亭黑_GBK" panose="02000000000000000000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202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34BA46D2-FB62-3B78-EE05-403689D3267A}"/>
              </a:ext>
            </a:extLst>
          </p:cNvPr>
          <p:cNvSpPr txBox="1"/>
          <p:nvPr/>
        </p:nvSpPr>
        <p:spPr>
          <a:xfrm>
            <a:off x="1390402" y="2961325"/>
            <a:ext cx="519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endParaRPr lang="en-US" sz="4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623CC560-6836-A2F2-B1E4-DB9FEFBBF6B3}"/>
              </a:ext>
            </a:extLst>
          </p:cNvPr>
          <p:cNvSpPr txBox="1"/>
          <p:nvPr/>
        </p:nvSpPr>
        <p:spPr>
          <a:xfrm>
            <a:off x="1390402" y="3564504"/>
            <a:ext cx="5924798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SOP 业务价值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CFC7E0B8-9D4A-7C38-8DFA-FDECAB23BFFF}"/>
              </a:ext>
            </a:extLst>
          </p:cNvPr>
          <p:cNvGrpSpPr/>
          <p:nvPr/>
        </p:nvGrpSpPr>
        <p:grpSpPr>
          <a:xfrm>
            <a:off x="1508125" y="4182494"/>
            <a:ext cx="4111895" cy="48051"/>
            <a:chOff x="1146626" y="3657599"/>
            <a:chExt cx="4111895" cy="48051"/>
          </a:xfrm>
        </p:grpSpPr>
        <p:sp>
          <p:nvSpPr>
            <p:cNvPr id="6" name="Rectangle: Rounded Corners 15">
              <a:extLst>
                <a:ext uri="{FF2B5EF4-FFF2-40B4-BE49-F238E27FC236}">
                  <a16:creationId xmlns:a16="http://schemas.microsoft.com/office/drawing/2014/main" id="{05ED9D20-0C66-E588-D7C8-DA185CB2436B}"/>
                </a:ext>
              </a:extLst>
            </p:cNvPr>
            <p:cNvSpPr/>
            <p:nvPr/>
          </p:nvSpPr>
          <p:spPr>
            <a:xfrm>
              <a:off x="1146626" y="3659931"/>
              <a:ext cx="3875315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17">
              <a:extLst>
                <a:ext uri="{FF2B5EF4-FFF2-40B4-BE49-F238E27FC236}">
                  <a16:creationId xmlns:a16="http://schemas.microsoft.com/office/drawing/2014/main" id="{4BE03A9A-AB9D-10E0-E626-E2E31A173D00}"/>
                </a:ext>
              </a:extLst>
            </p:cNvPr>
            <p:cNvSpPr/>
            <p:nvPr/>
          </p:nvSpPr>
          <p:spPr>
            <a:xfrm>
              <a:off x="5094512" y="3657600"/>
              <a:ext cx="45719" cy="45719"/>
            </a:xfrm>
            <a:prstGeom prst="ellipse">
              <a:avLst/>
            </a:prstGeom>
            <a:solidFill>
              <a:schemeClr val="bg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1726CA5F-CB26-B5E3-19C3-EEF53D14309E}"/>
                </a:ext>
              </a:extLst>
            </p:cNvPr>
            <p:cNvSpPr/>
            <p:nvPr/>
          </p:nvSpPr>
          <p:spPr>
            <a:xfrm>
              <a:off x="5212802" y="3657599"/>
              <a:ext cx="45719" cy="45719"/>
            </a:xfrm>
            <a:prstGeom prst="ellipse">
              <a:avLst/>
            </a:pr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127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BF463-B44C-0360-4B98-D7DB83E58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</p:spPr>
        <p:txBody>
          <a:bodyPr/>
          <a:lstStyle/>
          <a:p>
            <a:r>
              <a:t>项目概况：一个桌宠的完整 SOP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4B5F4-A86B-2081-90CE-BBB3F64D58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产品形态：桌面悬浮宠物，点击穿透不遮挡操作，集提醒、命令、AI 对话于一体</a:t>
            </a:r>
          </a:p>
          <a:p>
            <a:r>
              <a:t>SOP 文档闭环：需求规范 → 技术规范 → 开发日志 → 验收清单，四大文档贯穿全流程</a:t>
            </a:r>
          </a:p>
          <a:p>
            <a:r>
              <a:t>工程化 SOP：一键打包脚本 + asar 纯净性校验 + 单测自动化，每次打包产出零个人数据产物</a:t>
            </a:r>
          </a:p>
          <a:p>
            <a:r>
              <a:t>安全 SOP：API Key 双重隔离（.env 不进仓库、不进安装包），渲染层零接触真实密钥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3944C4-AD4F-561D-36FE-4E3576ECBF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AI 桌面宠物（AI Desk Pet）—— Electron 悬浮桌宠</a:t>
            </a:r>
          </a:p>
        </p:txBody>
      </p:sp>
    </p:spTree>
    <p:extLst>
      <p:ext uri="{BB962C8B-B14F-4D97-AF65-F5344CB8AC3E}">
        <p14:creationId xmlns:p14="http://schemas.microsoft.com/office/powerpoint/2010/main" val="1588399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59105876-9229-2C68-E23F-64FD2873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</p:spPr>
        <p:txBody>
          <a:bodyPr/>
          <a:lstStyle/>
          <a:p>
            <a:r>
              <a:t>SOP 业务价值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1FF637A9-C726-AD67-CBCE-40BA41037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/>
              <a:t>作为 vibe coding 课程</a:t>
            </a:r>
            <a:r>
              <a:rPr lang="zh-CN" altLang="en-US" dirty="0"/>
              <a:t>演示</a:t>
            </a:r>
            <a:r>
              <a:rPr dirty="0"/>
              <a:t>案例，完整演示从需求、原型、编码到打包、AI 接入的标准化全流程，沉淀可复用的 SOP 文档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2684C4FB-6C6A-5E51-CCDD-DA712D566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教学演示价值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9AECF07B-6F23-3E84-7EC4-3D1B09392E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dirty="0"/>
              <a:t>定时提醒自动调度，常用命令一键复制执行，把重复性桌面操作压缩为一次点击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085A6EB1-36F7-A9A7-9D54-89B8310F99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效率提升价值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CE3B002-4C6B-74DA-3C53-F2FC6C208D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大模型流式对话让桌宠「活起来」，工作间隙提供陪伴与情绪价值，缓解长时间伏案压力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C1905B9-82A2-B9B1-8B35-C6399E7D6B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情感陪伴价值</a:t>
            </a:r>
          </a:p>
        </p:txBody>
      </p:sp>
    </p:spTree>
    <p:extLst>
      <p:ext uri="{BB962C8B-B14F-4D97-AF65-F5344CB8AC3E}">
        <p14:creationId xmlns:p14="http://schemas.microsoft.com/office/powerpoint/2010/main" val="77849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>
            <a:extLst>
              <a:ext uri="{FF2B5EF4-FFF2-40B4-BE49-F238E27FC236}">
                <a16:creationId xmlns:a16="http://schemas.microsoft.com/office/drawing/2014/main" id="{092DF638-C54B-E060-AC7E-BF6694A74510}"/>
              </a:ext>
            </a:extLst>
          </p:cNvPr>
          <p:cNvSpPr txBox="1"/>
          <p:nvPr/>
        </p:nvSpPr>
        <p:spPr>
          <a:xfrm>
            <a:off x="1259773" y="2721114"/>
            <a:ext cx="519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  <a:endParaRPr lang="en-US" sz="4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16">
            <a:extLst>
              <a:ext uri="{FF2B5EF4-FFF2-40B4-BE49-F238E27FC236}">
                <a16:creationId xmlns:a16="http://schemas.microsoft.com/office/drawing/2014/main" id="{A9DE510A-0FA8-E57A-E5DE-34F1B5EB9324}"/>
              </a:ext>
            </a:extLst>
          </p:cNvPr>
          <p:cNvSpPr txBox="1"/>
          <p:nvPr/>
        </p:nvSpPr>
        <p:spPr>
          <a:xfrm>
            <a:off x="1259773" y="3324293"/>
            <a:ext cx="5924798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业务逻辑设计</a:t>
            </a:r>
          </a:p>
        </p:txBody>
      </p:sp>
      <p:grpSp>
        <p:nvGrpSpPr>
          <p:cNvPr id="48" name="Group 19">
            <a:extLst>
              <a:ext uri="{FF2B5EF4-FFF2-40B4-BE49-F238E27FC236}">
                <a16:creationId xmlns:a16="http://schemas.microsoft.com/office/drawing/2014/main" id="{DE2354D4-9867-E434-CB1E-291E6048702B}"/>
              </a:ext>
            </a:extLst>
          </p:cNvPr>
          <p:cNvGrpSpPr/>
          <p:nvPr/>
        </p:nvGrpSpPr>
        <p:grpSpPr>
          <a:xfrm>
            <a:off x="1377496" y="3942283"/>
            <a:ext cx="4111895" cy="48051"/>
            <a:chOff x="1146626" y="3657599"/>
            <a:chExt cx="4111895" cy="48051"/>
          </a:xfrm>
        </p:grpSpPr>
        <p:sp>
          <p:nvSpPr>
            <p:cNvPr id="49" name="Rectangle: Rounded Corners 15">
              <a:extLst>
                <a:ext uri="{FF2B5EF4-FFF2-40B4-BE49-F238E27FC236}">
                  <a16:creationId xmlns:a16="http://schemas.microsoft.com/office/drawing/2014/main" id="{417D11A3-AE71-562E-5B62-C19C575BCF9C}"/>
                </a:ext>
              </a:extLst>
            </p:cNvPr>
            <p:cNvSpPr/>
            <p:nvPr/>
          </p:nvSpPr>
          <p:spPr>
            <a:xfrm>
              <a:off x="1146626" y="3659931"/>
              <a:ext cx="3875315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17">
              <a:extLst>
                <a:ext uri="{FF2B5EF4-FFF2-40B4-BE49-F238E27FC236}">
                  <a16:creationId xmlns:a16="http://schemas.microsoft.com/office/drawing/2014/main" id="{B3C2472A-9F63-3185-0D14-6FC0B83D43F6}"/>
                </a:ext>
              </a:extLst>
            </p:cNvPr>
            <p:cNvSpPr/>
            <p:nvPr/>
          </p:nvSpPr>
          <p:spPr>
            <a:xfrm>
              <a:off x="5094512" y="3657600"/>
              <a:ext cx="45719" cy="45719"/>
            </a:xfrm>
            <a:prstGeom prst="ellipse">
              <a:avLst/>
            </a:prstGeom>
            <a:solidFill>
              <a:schemeClr val="bg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18">
              <a:extLst>
                <a:ext uri="{FF2B5EF4-FFF2-40B4-BE49-F238E27FC236}">
                  <a16:creationId xmlns:a16="http://schemas.microsoft.com/office/drawing/2014/main" id="{46A67CB6-1549-08D1-A88E-4E14A7718E13}"/>
                </a:ext>
              </a:extLst>
            </p:cNvPr>
            <p:cNvSpPr/>
            <p:nvPr/>
          </p:nvSpPr>
          <p:spPr>
            <a:xfrm>
              <a:off x="5212802" y="3657599"/>
              <a:ext cx="45719" cy="45719"/>
            </a:xfrm>
            <a:prstGeom prst="ellipse">
              <a:avLst/>
            </a:pr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533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322F26-BEEB-A475-E04F-3ECF6C32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</p:spPr>
        <p:txBody>
          <a:bodyPr/>
          <a:lstStyle/>
          <a:p>
            <a:r>
              <a:t>核心业务模块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424BB9-5A95-1701-08A2-583DFCCA07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定时调度引擎 10 秒轮询，到点触发气泡通知 + 音效，支持每日/一次性提醒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5FB1FB-A3A4-5565-FA14-F78FD88E1C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提醒管理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A94932-F28A-34A3-2198-948846EA8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常用命令看板支持搜索、置顶、一键复制，分类管理高频操作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0A7A6FD-8964-5AF6-0EBF-180CA0C5C5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命令管理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4FC4F25-3EFB-6956-079C-6D03630328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SSE 流式输出逐字渲染，思考过程分离展示，历史持久化可续聊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EA36A01-9111-BFE9-BD72-E7475C4801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大模型对话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A6938236-4599-B6D3-3F9E-5681E3CCC98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单击互动动画、双击对话面板、右键配置中心，点击穿透 + 悬停恢复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5C7CF9C8-E635-EE67-6F4E-B1CA7660DA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交互系统</a:t>
            </a:r>
          </a:p>
        </p:txBody>
      </p:sp>
    </p:spTree>
    <p:extLst>
      <p:ext uri="{BB962C8B-B14F-4D97-AF65-F5344CB8AC3E}">
        <p14:creationId xmlns:p14="http://schemas.microsoft.com/office/powerpoint/2010/main" val="160578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A674236-9A1A-B805-6365-236BE57A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技术架构与关键技术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微软雅黑"/>
              </a:rPr>
              <a:t>渲染层（renderer）  </a:t>
            </a:r>
            <a:r>
              <a:rPr sz="1300">
                <a:solidFill>
                  <a:srgbClr val="404040"/>
                </a:solidFill>
                <a:latin typeface="微软雅黑"/>
              </a:rPr>
              <a:t>动画状态机 · 流式渲染缓冲 · 交互判定 · 拖动 rAF 节流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微软雅黑"/>
              </a:rPr>
              <a:t>preload 桥  </a:t>
            </a:r>
            <a:r>
              <a:rPr sz="1300">
                <a:solidFill>
                  <a:srgbClr val="404040"/>
                </a:solidFill>
                <a:latin typeface="微软雅黑"/>
              </a:rPr>
              <a:t>contextBridge 白名单暴露 20+ 接口，contextIsolation 安全边界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16935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微软雅黑"/>
              </a:rPr>
              <a:t>主进程（main）  </a:t>
            </a:r>
            <a:r>
              <a:rPr sz="1300">
                <a:solidFill>
                  <a:srgbClr val="404040"/>
                </a:solidFill>
                <a:latin typeface="微软雅黑"/>
              </a:rPr>
              <a:t>双窗口管理 · 10 秒提醒调度 · 置顶保活 · IPC 路由 · electron-store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75303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微软雅黑"/>
              </a:rPr>
              <a:t>大模型后端（chat.js）  </a:t>
            </a:r>
            <a:r>
              <a:rPr sz="1300">
                <a:solidFill>
                  <a:srgbClr val="404040"/>
                </a:solidFill>
                <a:latin typeface="微软雅黑"/>
              </a:rPr>
              <a:t>SSE 解析 · 思考分离 · 超窗摘要压缩 · 错误归一，纯 Node 零依赖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33671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E79"/>
                </a:solidFill>
                <a:latin typeface="微软雅黑"/>
              </a:rPr>
              <a:t>DeepSeek API  </a:t>
            </a:r>
            <a:r>
              <a:rPr sz="1300">
                <a:solidFill>
                  <a:srgbClr val="404040"/>
                </a:solidFill>
                <a:latin typeface="微软雅黑"/>
              </a:rPr>
              <a:t>deepseek-chat / deepseek-reasoner，Node 内置 fetch 直连</a:t>
            </a:r>
          </a:p>
        </p:txBody>
      </p:sp>
    </p:spTree>
    <p:extLst>
      <p:ext uri="{BB962C8B-B14F-4D97-AF65-F5344CB8AC3E}">
        <p14:creationId xmlns:p14="http://schemas.microsoft.com/office/powerpoint/2010/main" val="175222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B8E4473-3DFC-ECEB-2C68-4615CE43895B}"/>
              </a:ext>
            </a:extLst>
          </p:cNvPr>
          <p:cNvSpPr txBox="1"/>
          <p:nvPr/>
        </p:nvSpPr>
        <p:spPr>
          <a:xfrm>
            <a:off x="1259773" y="2721114"/>
            <a:ext cx="519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en-US" sz="4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2208657A-57CB-D407-877F-A55A682E2398}"/>
              </a:ext>
            </a:extLst>
          </p:cNvPr>
          <p:cNvSpPr txBox="1"/>
          <p:nvPr/>
        </p:nvSpPr>
        <p:spPr>
          <a:xfrm>
            <a:off x="1259773" y="3324293"/>
            <a:ext cx="5924798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技术实现过程</a:t>
            </a:r>
          </a:p>
        </p:txBody>
      </p:sp>
      <p:grpSp>
        <p:nvGrpSpPr>
          <p:cNvPr id="5" name="Group 19">
            <a:extLst>
              <a:ext uri="{FF2B5EF4-FFF2-40B4-BE49-F238E27FC236}">
                <a16:creationId xmlns:a16="http://schemas.microsoft.com/office/drawing/2014/main" id="{FAA7B055-52C7-2BD5-3312-DDA10AF3C74D}"/>
              </a:ext>
            </a:extLst>
          </p:cNvPr>
          <p:cNvGrpSpPr/>
          <p:nvPr/>
        </p:nvGrpSpPr>
        <p:grpSpPr>
          <a:xfrm>
            <a:off x="1377496" y="3942283"/>
            <a:ext cx="4111895" cy="48051"/>
            <a:chOff x="1146626" y="3657599"/>
            <a:chExt cx="4111895" cy="48051"/>
          </a:xfrm>
        </p:grpSpPr>
        <p:sp>
          <p:nvSpPr>
            <p:cNvPr id="6" name="Rectangle: Rounded Corners 15">
              <a:extLst>
                <a:ext uri="{FF2B5EF4-FFF2-40B4-BE49-F238E27FC236}">
                  <a16:creationId xmlns:a16="http://schemas.microsoft.com/office/drawing/2014/main" id="{0E956172-BE73-8479-1A53-A738298F5D3F}"/>
                </a:ext>
              </a:extLst>
            </p:cNvPr>
            <p:cNvSpPr/>
            <p:nvPr/>
          </p:nvSpPr>
          <p:spPr>
            <a:xfrm>
              <a:off x="1146626" y="3659931"/>
              <a:ext cx="3875315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17">
              <a:extLst>
                <a:ext uri="{FF2B5EF4-FFF2-40B4-BE49-F238E27FC236}">
                  <a16:creationId xmlns:a16="http://schemas.microsoft.com/office/drawing/2014/main" id="{1B4F6661-21C5-3C2A-7F37-31E28AF0A9C3}"/>
                </a:ext>
              </a:extLst>
            </p:cNvPr>
            <p:cNvSpPr/>
            <p:nvPr/>
          </p:nvSpPr>
          <p:spPr>
            <a:xfrm>
              <a:off x="5094512" y="3657600"/>
              <a:ext cx="45719" cy="45719"/>
            </a:xfrm>
            <a:prstGeom prst="ellipse">
              <a:avLst/>
            </a:prstGeom>
            <a:solidFill>
              <a:schemeClr val="bg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18">
              <a:extLst>
                <a:ext uri="{FF2B5EF4-FFF2-40B4-BE49-F238E27FC236}">
                  <a16:creationId xmlns:a16="http://schemas.microsoft.com/office/drawing/2014/main" id="{EFF65EB8-169C-9CB2-92AD-7E377DB787B3}"/>
                </a:ext>
              </a:extLst>
            </p:cNvPr>
            <p:cNvSpPr/>
            <p:nvPr/>
          </p:nvSpPr>
          <p:spPr>
            <a:xfrm>
              <a:off x="5212802" y="3657599"/>
              <a:ext cx="45719" cy="45719"/>
            </a:xfrm>
            <a:prstGeom prst="ellipse">
              <a:avLst/>
            </a:pr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555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8A57F188-7816-A8C5-5D69-23EA47B8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</p:spPr>
        <p:txBody>
          <a:bodyPr/>
          <a:lstStyle/>
          <a:p>
            <a:r>
              <a:t>两条主线：数据流与交互流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292E678-88FA-615D-2103-C128A5C18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渲染层操作 → IPC 通道 → 主进程 electron-store 落盘 → data:changed 广播 → 双窗口实时同步；</a:t>
            </a:r>
          </a:p>
          <a:p>
            <a:r>
              <a:t>对话数据经 chat.js 引擎流式回传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F90907EC-44E1-1632-DFC9-EC5B139EAF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数据流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B92C0DC-A926-0F1B-180A-4391ED8F5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窗口常驻穿透（forward 转发）→ 悬停命中可交互区动态恢复 → 单击/双击/右键判定（300ms 判定窗口）→</a:t>
            </a:r>
          </a:p>
          <a:p>
            <a:r>
              <a:t>拖动走 rAF 节流 + 绝对坐标锚点，跨屏不漂移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9F19B994-6723-4E34-85A1-47BC90725D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交互流</a:t>
            </a:r>
          </a:p>
        </p:txBody>
      </p:sp>
    </p:spTree>
    <p:extLst>
      <p:ext uri="{BB962C8B-B14F-4D97-AF65-F5344CB8AC3E}">
        <p14:creationId xmlns:p14="http://schemas.microsoft.com/office/powerpoint/2010/main" val="3822216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6523B-85AE-5214-A7D4-D42AE4C60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079" y="471419"/>
            <a:ext cx="7237646" cy="481042"/>
          </a:xfrm>
        </p:spPr>
        <p:txBody>
          <a:bodyPr/>
          <a:lstStyle/>
          <a:p>
            <a:r>
              <a:t>实施里程碑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AA4823-7BDB-30E1-5B09-D6353BB73E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需求 → 原型 → UI → 交互 → 存储 → 通知 → 打包，七个里程碑全部通过验收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99B18B-9D0D-C9D9-722D-7890D8805F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M0-M6 一期交付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52AFD-3664-77ED-5718-EE30CD1408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配置中心、独立窗口、居中大窗、性能优化、NSIS 安装包发布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A9A86B0-0183-9386-F8C3-F0094FEFB8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v1.x 迭代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E50BE05-B420-3150-285C-5DD66002DF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交互面板改造、一键打包脚本、大模型流式会话接入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AB66596-93AA-57B3-39F5-5C7D8AEE32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v2.x 迭代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9DE56355-1075-70E0-904D-3EA5963E02F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置顶保活、拖动节流、动画减负——从「能用」到「好用」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8F54EB9-8D63-5137-807E-3F187CA12F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v2.4 体验优化</a:t>
            </a:r>
          </a:p>
        </p:txBody>
      </p:sp>
    </p:spTree>
    <p:extLst>
      <p:ext uri="{BB962C8B-B14F-4D97-AF65-F5344CB8AC3E}">
        <p14:creationId xmlns:p14="http://schemas.microsoft.com/office/powerpoint/2010/main" val="327979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89561B3C-17E5-0AF7-74F9-3B7C7530ADEE}"/>
              </a:ext>
            </a:extLst>
          </p:cNvPr>
          <p:cNvSpPr txBox="1"/>
          <p:nvPr/>
        </p:nvSpPr>
        <p:spPr>
          <a:xfrm>
            <a:off x="1259773" y="2721114"/>
            <a:ext cx="5196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  <a:endParaRPr lang="en-US" sz="400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41979956-CB38-9118-F2E3-41A0DE8DA014}"/>
              </a:ext>
            </a:extLst>
          </p:cNvPr>
          <p:cNvSpPr txBox="1"/>
          <p:nvPr/>
        </p:nvSpPr>
        <p:spPr>
          <a:xfrm>
            <a:off x="1259773" y="3324293"/>
            <a:ext cx="5924798" cy="525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技术亮点与后续规划</a:t>
            </a:r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FF135988-069A-911A-13FE-215055BD7E60}"/>
              </a:ext>
            </a:extLst>
          </p:cNvPr>
          <p:cNvGrpSpPr/>
          <p:nvPr/>
        </p:nvGrpSpPr>
        <p:grpSpPr>
          <a:xfrm>
            <a:off x="1377496" y="3942283"/>
            <a:ext cx="4111895" cy="48051"/>
            <a:chOff x="1146626" y="3657599"/>
            <a:chExt cx="4111895" cy="48051"/>
          </a:xfrm>
        </p:grpSpPr>
        <p:sp>
          <p:nvSpPr>
            <p:cNvPr id="5" name="Rectangle: Rounded Corners 15">
              <a:extLst>
                <a:ext uri="{FF2B5EF4-FFF2-40B4-BE49-F238E27FC236}">
                  <a16:creationId xmlns:a16="http://schemas.microsoft.com/office/drawing/2014/main" id="{61CBA1B4-3C1D-01FB-69A7-1BE38C0B6549}"/>
                </a:ext>
              </a:extLst>
            </p:cNvPr>
            <p:cNvSpPr/>
            <p:nvPr/>
          </p:nvSpPr>
          <p:spPr>
            <a:xfrm>
              <a:off x="1146626" y="3659931"/>
              <a:ext cx="3875315" cy="457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alpha val="13000"/>
                  </a:schemeClr>
                </a:gs>
                <a:gs pos="100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17">
              <a:extLst>
                <a:ext uri="{FF2B5EF4-FFF2-40B4-BE49-F238E27FC236}">
                  <a16:creationId xmlns:a16="http://schemas.microsoft.com/office/drawing/2014/main" id="{04624038-A9EC-68D1-4927-DF826A0246DF}"/>
                </a:ext>
              </a:extLst>
            </p:cNvPr>
            <p:cNvSpPr/>
            <p:nvPr/>
          </p:nvSpPr>
          <p:spPr>
            <a:xfrm>
              <a:off x="5094512" y="3657600"/>
              <a:ext cx="45719" cy="45719"/>
            </a:xfrm>
            <a:prstGeom prst="ellipse">
              <a:avLst/>
            </a:prstGeom>
            <a:solidFill>
              <a:schemeClr val="bg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18">
              <a:extLst>
                <a:ext uri="{FF2B5EF4-FFF2-40B4-BE49-F238E27FC236}">
                  <a16:creationId xmlns:a16="http://schemas.microsoft.com/office/drawing/2014/main" id="{071941B5-BA13-1465-7B45-A857F70F4232}"/>
                </a:ext>
              </a:extLst>
            </p:cNvPr>
            <p:cNvSpPr/>
            <p:nvPr/>
          </p:nvSpPr>
          <p:spPr>
            <a:xfrm>
              <a:off x="5212802" y="3657599"/>
              <a:ext cx="45719" cy="45719"/>
            </a:xfrm>
            <a:prstGeom prst="ellipse">
              <a:avLst/>
            </a:prstGeom>
            <a:solidFill>
              <a:schemeClr val="bg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417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92E6B536-5924-5FBE-1C37-97002314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技术亮点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12434104-82C6-BC12-0D4D-AB358167B0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穿透态不遮挡桌面操作，悬停命中宠物/面板自动恢复交互，体验无缝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819FDA26-2C4D-5BEE-57C8-0CDB339CAC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点击穿透 + 动态恢复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82C627F-C021-05F8-A01B-84CF08A48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正文与思考分离渲染，超窗自动摘要压缩，错误归一友好提示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115ED63-AAD7-9567-48B3-AC7F02503E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流式对话体验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E3C06981-99E3-4BC8-0E55-F8AB03C2A1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Key 三重隔离（.env/存储/渲染层），打包白名单校验拒绝个人数据入包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D8C81E12-F146-8668-B9E9-D5EF98064B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安全边界设计</a:t>
            </a:r>
          </a:p>
        </p:txBody>
      </p:sp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AC62E36A-1A52-3E20-C420-A13A7DD2F8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一键打包脚本 + 纯净校验 + 单测 + 文档规范，全流程可复现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49EF07CA-8DE7-2A68-F787-3FA26B1D4C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工程化 SOP 闭环</a:t>
            </a:r>
          </a:p>
        </p:txBody>
      </p:sp>
    </p:spTree>
    <p:extLst>
      <p:ext uri="{BB962C8B-B14F-4D97-AF65-F5344CB8AC3E}">
        <p14:creationId xmlns:p14="http://schemas.microsoft.com/office/powerpoint/2010/main" val="8656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E4F5D303-9B5C-607E-4113-95003A5E63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Agent 能力：二期复刻 harness 的 agent 调度，让桌宠能操作桌面</a:t>
            </a:r>
          </a:p>
          <a:p>
            <a:r>
              <a:t>视觉升级：Live2D / 像素 GIF 素材替代 emoji，个性化皮肤体系</a:t>
            </a:r>
          </a:p>
          <a:p>
            <a:r>
              <a:t>轻量化：评估 Tauri 方案，安装包从 73MB 压缩到 10MB 级</a:t>
            </a:r>
          </a:p>
          <a:p>
            <a:r>
              <a:t>跨平台：macOS / Linux 适配，覆盖更多教学场景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94F3E875-2785-9E4C-47B6-168F930CB2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从陪伴工具到智能助手</a:t>
            </a: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C8675942-0A47-AF0C-A3F2-9C80138F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后续规划</a:t>
            </a:r>
          </a:p>
        </p:txBody>
      </p:sp>
    </p:spTree>
    <p:extLst>
      <p:ext uri="{BB962C8B-B14F-4D97-AF65-F5344CB8AC3E}">
        <p14:creationId xmlns:p14="http://schemas.microsoft.com/office/powerpoint/2010/main" val="3871757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CF588A2-A1F3-D21E-E43F-D807920B6600}"/>
              </a:ext>
            </a:extLst>
          </p:cNvPr>
          <p:cNvSpPr txBox="1"/>
          <p:nvPr/>
        </p:nvSpPr>
        <p:spPr>
          <a:xfrm>
            <a:off x="1555284" y="3094293"/>
            <a:ext cx="755718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50" b="1" dirty="0">
                <a:solidFill>
                  <a:srgbClr val="D9D9D9"/>
                </a:solidFill>
                <a:latin typeface="方正正中黑简体" panose="02000000000000000000" pitchFamily="2" charset="-122"/>
                <a:ea typeface="方正正中黑简体" panose="02000000000000000000" pitchFamily="2" charset="-122"/>
              </a:rPr>
              <a:t>谢谢！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0AA047-3EF7-F09F-C414-AF57400348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30"/>
          <a:stretch/>
        </p:blipFill>
        <p:spPr>
          <a:xfrm>
            <a:off x="1555285" y="2491991"/>
            <a:ext cx="1571310" cy="49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96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9855</TotalTime>
  <Words>473</Words>
  <Application>Microsoft Office PowerPoint</Application>
  <PresentationFormat>宽屏</PresentationFormat>
  <Paragraphs>86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Gill Sans</vt:lpstr>
      <vt:lpstr>MiSans Normal</vt:lpstr>
      <vt:lpstr>MiSans Semibold</vt:lpstr>
      <vt:lpstr>等线</vt:lpstr>
      <vt:lpstr>方正正中黑简体</vt:lpstr>
      <vt:lpstr>微软雅黑</vt:lpstr>
      <vt:lpstr>Arial</vt:lpstr>
      <vt:lpstr>Calibri</vt:lpstr>
      <vt:lpstr>Calibri Light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项目概况：一个桌宠的完整 SOP</vt:lpstr>
      <vt:lpstr>SOP 业务价值</vt:lpstr>
      <vt:lpstr>PowerPoint 演示文稿</vt:lpstr>
      <vt:lpstr>核心业务模块</vt:lpstr>
      <vt:lpstr>技术架构与关键技术</vt:lpstr>
      <vt:lpstr>PowerPoint 演示文稿</vt:lpstr>
      <vt:lpstr>两条主线：数据流与交互流</vt:lpstr>
      <vt:lpstr>实施里程碑</vt:lpstr>
      <vt:lpstr>PowerPoint 演示文稿</vt:lpstr>
      <vt:lpstr>技术亮点</vt:lpstr>
      <vt:lpstr>后续规划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</dc:creator>
  <cp:lastModifiedBy>东昊 舒</cp:lastModifiedBy>
  <cp:revision>697</cp:revision>
  <dcterms:created xsi:type="dcterms:W3CDTF">2021-04-21T00:36:40Z</dcterms:created>
  <dcterms:modified xsi:type="dcterms:W3CDTF">2026-08-19T04:27:08Z</dcterms:modified>
</cp:coreProperties>
</file>